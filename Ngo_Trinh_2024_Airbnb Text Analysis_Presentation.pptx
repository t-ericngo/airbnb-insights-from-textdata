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1" r:id="rId6"/>
    <p:sldId id="278" r:id="rId7"/>
    <p:sldId id="262" r:id="rId8"/>
    <p:sldId id="263" r:id="rId9"/>
    <p:sldId id="264" r:id="rId10"/>
    <p:sldId id="265" r:id="rId11"/>
    <p:sldId id="268" r:id="rId12"/>
    <p:sldId id="288" r:id="rId13"/>
    <p:sldId id="267" r:id="rId14"/>
    <p:sldId id="281" r:id="rId15"/>
    <p:sldId id="282" r:id="rId16"/>
    <p:sldId id="283" r:id="rId17"/>
    <p:sldId id="284" r:id="rId18"/>
    <p:sldId id="285" r:id="rId19"/>
    <p:sldId id="279" r:id="rId20"/>
    <p:sldId id="269" r:id="rId21"/>
    <p:sldId id="280" r:id="rId22"/>
    <p:sldId id="287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AA4AB-E8DA-4B08-8363-38764D861547}" v="10" dt="2024-04-25T14:07:03.213"/>
    <p1510:client id="{5DFEA2A7-FAD2-4766-B61A-CFBEC9009E79}" v="2" dt="2024-04-25T09:26:19.321"/>
    <p1510:client id="{6F471532-56CA-4349-B715-5BF7238AACED}" v="2" dt="2024-04-25T06:59:05.772"/>
    <p1510:client id="{E86788E8-2315-2F44-A66C-7832B13379C2}" v="15" dt="2024-04-25T08:35:11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4"/>
    <p:restoredTop sz="94640"/>
  </p:normalViewPr>
  <p:slideViewPr>
    <p:cSldViewPr snapToGrid="0">
      <p:cViewPr varScale="1">
        <p:scale>
          <a:sx n="66" d="100"/>
          <a:sy n="66" d="100"/>
        </p:scale>
        <p:origin x="5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 Ngo" userId="3cbe118c215438f3" providerId="LiveId" clId="{5DFEA2A7-FAD2-4766-B61A-CFBEC9009E79}"/>
    <pc:docChg chg="undo custSel modSld sldOrd">
      <pc:chgData name="Tu Ngo" userId="3cbe118c215438f3" providerId="LiveId" clId="{5DFEA2A7-FAD2-4766-B61A-CFBEC9009E79}" dt="2024-04-25T09:26:53.127" v="612" actId="114"/>
      <pc:docMkLst>
        <pc:docMk/>
      </pc:docMkLst>
      <pc:sldChg chg="modSp mod">
        <pc:chgData name="Tu Ngo" userId="3cbe118c215438f3" providerId="LiveId" clId="{5DFEA2A7-FAD2-4766-B61A-CFBEC9009E79}" dt="2024-04-25T09:11:36.832" v="592" actId="114"/>
        <pc:sldMkLst>
          <pc:docMk/>
          <pc:sldMk cId="4083077618" sldId="270"/>
        </pc:sldMkLst>
        <pc:spChg chg="mod">
          <ac:chgData name="Tu Ngo" userId="3cbe118c215438f3" providerId="LiveId" clId="{5DFEA2A7-FAD2-4766-B61A-CFBEC9009E79}" dt="2024-04-25T09:11:16.816" v="589" actId="1076"/>
          <ac:spMkLst>
            <pc:docMk/>
            <pc:sldMk cId="4083077618" sldId="270"/>
            <ac:spMk id="2" creationId="{33CCD0F2-C1AB-01F9-08A2-8972AD188649}"/>
          </ac:spMkLst>
        </pc:spChg>
        <pc:spChg chg="mod">
          <ac:chgData name="Tu Ngo" userId="3cbe118c215438f3" providerId="LiveId" clId="{5DFEA2A7-FAD2-4766-B61A-CFBEC9009E79}" dt="2024-04-25T09:11:36.832" v="592" actId="114"/>
          <ac:spMkLst>
            <pc:docMk/>
            <pc:sldMk cId="4083077618" sldId="270"/>
            <ac:spMk id="3" creationId="{8828B792-DAC6-109E-9AAF-549DF6E3D1F2}"/>
          </ac:spMkLst>
        </pc:spChg>
      </pc:sldChg>
      <pc:sldChg chg="modSp mod">
        <pc:chgData name="Tu Ngo" userId="3cbe118c215438f3" providerId="LiveId" clId="{5DFEA2A7-FAD2-4766-B61A-CFBEC9009E79}" dt="2024-04-25T09:26:53.127" v="612" actId="114"/>
        <pc:sldMkLst>
          <pc:docMk/>
          <pc:sldMk cId="295600462" sldId="279"/>
        </pc:sldMkLst>
        <pc:spChg chg="mod">
          <ac:chgData name="Tu Ngo" userId="3cbe118c215438f3" providerId="LiveId" clId="{5DFEA2A7-FAD2-4766-B61A-CFBEC9009E79}" dt="2024-04-25T09:26:53.127" v="612" actId="114"/>
          <ac:spMkLst>
            <pc:docMk/>
            <pc:sldMk cId="295600462" sldId="279"/>
            <ac:spMk id="2" creationId="{E16BBBFA-3918-EA84-72D3-9024C5F7764C}"/>
          </ac:spMkLst>
        </pc:spChg>
      </pc:sldChg>
      <pc:sldChg chg="modSp mod">
        <pc:chgData name="Tu Ngo" userId="3cbe118c215438f3" providerId="LiveId" clId="{5DFEA2A7-FAD2-4766-B61A-CFBEC9009E79}" dt="2024-04-25T09:26:32.200" v="611" actId="14100"/>
        <pc:sldMkLst>
          <pc:docMk/>
          <pc:sldMk cId="2669683917" sldId="280"/>
        </pc:sldMkLst>
        <pc:spChg chg="mod">
          <ac:chgData name="Tu Ngo" userId="3cbe118c215438f3" providerId="LiveId" clId="{5DFEA2A7-FAD2-4766-B61A-CFBEC9009E79}" dt="2024-04-25T09:26:32.200" v="611" actId="14100"/>
          <ac:spMkLst>
            <pc:docMk/>
            <pc:sldMk cId="2669683917" sldId="280"/>
            <ac:spMk id="45" creationId="{6E03AEF7-F58B-3F01-A25D-D18E1322142F}"/>
          </ac:spMkLst>
        </pc:spChg>
      </pc:sldChg>
      <pc:sldChg chg="modSp mod">
        <pc:chgData name="Tu Ngo" userId="3cbe118c215438f3" providerId="LiveId" clId="{5DFEA2A7-FAD2-4766-B61A-CFBEC9009E79}" dt="2024-04-25T08:45:21.197" v="522" actId="20577"/>
        <pc:sldMkLst>
          <pc:docMk/>
          <pc:sldMk cId="1738731415" sldId="282"/>
        </pc:sldMkLst>
        <pc:spChg chg="mod">
          <ac:chgData name="Tu Ngo" userId="3cbe118c215438f3" providerId="LiveId" clId="{5DFEA2A7-FAD2-4766-B61A-CFBEC9009E79}" dt="2024-04-25T08:45:21.197" v="522" actId="20577"/>
          <ac:spMkLst>
            <pc:docMk/>
            <pc:sldMk cId="1738731415" sldId="282"/>
            <ac:spMk id="45" creationId="{6E03AEF7-F58B-3F01-A25D-D18E1322142F}"/>
          </ac:spMkLst>
        </pc:spChg>
      </pc:sldChg>
      <pc:sldChg chg="modSp mod ord">
        <pc:chgData name="Tu Ngo" userId="3cbe118c215438f3" providerId="LiveId" clId="{5DFEA2A7-FAD2-4766-B61A-CFBEC9009E79}" dt="2024-04-25T09:25:47.437" v="604"/>
        <pc:sldMkLst>
          <pc:docMk/>
          <pc:sldMk cId="3485252960" sldId="283"/>
        </pc:sldMkLst>
        <pc:spChg chg="mod">
          <ac:chgData name="Tu Ngo" userId="3cbe118c215438f3" providerId="LiveId" clId="{5DFEA2A7-FAD2-4766-B61A-CFBEC9009E79}" dt="2024-04-25T08:45:36.806" v="527" actId="20577"/>
          <ac:spMkLst>
            <pc:docMk/>
            <pc:sldMk cId="3485252960" sldId="283"/>
            <ac:spMk id="45" creationId="{6E03AEF7-F58B-3F01-A25D-D18E1322142F}"/>
          </ac:spMkLst>
        </pc:spChg>
      </pc:sldChg>
      <pc:sldChg chg="modSp mod">
        <pc:chgData name="Tu Ngo" userId="3cbe118c215438f3" providerId="LiveId" clId="{5DFEA2A7-FAD2-4766-B61A-CFBEC9009E79}" dt="2024-04-25T08:45:59.971" v="546" actId="20577"/>
        <pc:sldMkLst>
          <pc:docMk/>
          <pc:sldMk cId="927076708" sldId="284"/>
        </pc:sldMkLst>
        <pc:spChg chg="mod">
          <ac:chgData name="Tu Ngo" userId="3cbe118c215438f3" providerId="LiveId" clId="{5DFEA2A7-FAD2-4766-B61A-CFBEC9009E79}" dt="2024-04-25T08:45:59.971" v="546" actId="20577"/>
          <ac:spMkLst>
            <pc:docMk/>
            <pc:sldMk cId="927076708" sldId="284"/>
            <ac:spMk id="45" creationId="{6E03AEF7-F58B-3F01-A25D-D18E1322142F}"/>
          </ac:spMkLst>
        </pc:spChg>
      </pc:sldChg>
      <pc:sldChg chg="modSp mod ord">
        <pc:chgData name="Tu Ngo" userId="3cbe118c215438f3" providerId="LiveId" clId="{5DFEA2A7-FAD2-4766-B61A-CFBEC9009E79}" dt="2024-04-25T09:25:54.280" v="607" actId="20578"/>
        <pc:sldMkLst>
          <pc:docMk/>
          <pc:sldMk cId="1895153161" sldId="285"/>
        </pc:sldMkLst>
        <pc:spChg chg="mod">
          <ac:chgData name="Tu Ngo" userId="3cbe118c215438f3" providerId="LiveId" clId="{5DFEA2A7-FAD2-4766-B61A-CFBEC9009E79}" dt="2024-04-25T08:46:31.800" v="550" actId="113"/>
          <ac:spMkLst>
            <pc:docMk/>
            <pc:sldMk cId="1895153161" sldId="285"/>
            <ac:spMk id="45" creationId="{6E03AEF7-F58B-3F01-A25D-D18E1322142F}"/>
          </ac:spMkLst>
        </pc:spChg>
      </pc:sldChg>
      <pc:sldChg chg="modSp mod">
        <pc:chgData name="Tu Ngo" userId="3cbe118c215438f3" providerId="LiveId" clId="{5DFEA2A7-FAD2-4766-B61A-CFBEC9009E79}" dt="2024-04-25T09:24:50.550" v="602" actId="14100"/>
        <pc:sldMkLst>
          <pc:docMk/>
          <pc:sldMk cId="4267176713" sldId="286"/>
        </pc:sldMkLst>
        <pc:spChg chg="mod">
          <ac:chgData name="Tu Ngo" userId="3cbe118c215438f3" providerId="LiveId" clId="{5DFEA2A7-FAD2-4766-B61A-CFBEC9009E79}" dt="2024-04-25T09:24:50.550" v="602" actId="14100"/>
          <ac:spMkLst>
            <pc:docMk/>
            <pc:sldMk cId="4267176713" sldId="286"/>
            <ac:spMk id="2" creationId="{EC9F5149-BED1-585C-934A-543BD98FD948}"/>
          </ac:spMkLst>
        </pc:spChg>
        <pc:spChg chg="mod">
          <ac:chgData name="Tu Ngo" userId="3cbe118c215438f3" providerId="LiveId" clId="{5DFEA2A7-FAD2-4766-B61A-CFBEC9009E79}" dt="2024-04-25T09:24:29.909" v="599" actId="1076"/>
          <ac:spMkLst>
            <pc:docMk/>
            <pc:sldMk cId="4267176713" sldId="286"/>
            <ac:spMk id="3" creationId="{96DDBA86-8C5F-ED03-37DB-FC75C79DE460}"/>
          </ac:spMkLst>
        </pc:spChg>
      </pc:sldChg>
    </pc:docChg>
  </pc:docChgLst>
  <pc:docChgLst>
    <pc:chgData name="Tu Ngo" userId="3cbe118c215438f3" providerId="LiveId" clId="{6F471532-56CA-4349-B715-5BF7238AACED}"/>
    <pc:docChg chg="undo custSel addSld modSld">
      <pc:chgData name="Tu Ngo" userId="3cbe118c215438f3" providerId="LiveId" clId="{6F471532-56CA-4349-B715-5BF7238AACED}" dt="2024-04-25T07:07:44.413" v="71" actId="14100"/>
      <pc:docMkLst>
        <pc:docMk/>
      </pc:docMkLst>
      <pc:sldChg chg="modSp add mod">
        <pc:chgData name="Tu Ngo" userId="3cbe118c215438f3" providerId="LiveId" clId="{6F471532-56CA-4349-B715-5BF7238AACED}" dt="2024-04-25T06:55:51.013" v="12" actId="1076"/>
        <pc:sldMkLst>
          <pc:docMk/>
          <pc:sldMk cId="616621995" sldId="273"/>
        </pc:sldMkLst>
        <pc:spChg chg="mod">
          <ac:chgData name="Tu Ngo" userId="3cbe118c215438f3" providerId="LiveId" clId="{6F471532-56CA-4349-B715-5BF7238AACED}" dt="2024-04-25T06:53:21.478" v="2" actId="14100"/>
          <ac:spMkLst>
            <pc:docMk/>
            <pc:sldMk cId="616621995" sldId="273"/>
            <ac:spMk id="3" creationId="{3DA439D8-468A-7002-705E-758752EBA6BB}"/>
          </ac:spMkLst>
        </pc:spChg>
        <pc:spChg chg="mod">
          <ac:chgData name="Tu Ngo" userId="3cbe118c215438f3" providerId="LiveId" clId="{6F471532-56CA-4349-B715-5BF7238AACED}" dt="2024-04-25T06:55:51.013" v="12" actId="1076"/>
          <ac:spMkLst>
            <pc:docMk/>
            <pc:sldMk cId="616621995" sldId="273"/>
            <ac:spMk id="4" creationId="{2D9F2056-1CC3-B880-7366-10FC4A199FB6}"/>
          </ac:spMkLst>
        </pc:spChg>
        <pc:picChg chg="mod">
          <ac:chgData name="Tu Ngo" userId="3cbe118c215438f3" providerId="LiveId" clId="{6F471532-56CA-4349-B715-5BF7238AACED}" dt="2024-04-25T06:54:36.772" v="9" actId="1076"/>
          <ac:picMkLst>
            <pc:docMk/>
            <pc:sldMk cId="616621995" sldId="273"/>
            <ac:picMk id="5" creationId="{18EA0269-B9D7-3A8D-2B0D-32F159807E61}"/>
          </ac:picMkLst>
        </pc:picChg>
      </pc:sldChg>
      <pc:sldChg chg="addSp delSp modSp add mod">
        <pc:chgData name="Tu Ngo" userId="3cbe118c215438f3" providerId="LiveId" clId="{6F471532-56CA-4349-B715-5BF7238AACED}" dt="2024-04-25T07:00:01.884" v="32" actId="1076"/>
        <pc:sldMkLst>
          <pc:docMk/>
          <pc:sldMk cId="491536181" sldId="274"/>
        </pc:sldMkLst>
        <pc:spChg chg="del">
          <ac:chgData name="Tu Ngo" userId="3cbe118c215438f3" providerId="LiveId" clId="{6F471532-56CA-4349-B715-5BF7238AACED}" dt="2024-04-25T06:57:22.089" v="15" actId="478"/>
          <ac:spMkLst>
            <pc:docMk/>
            <pc:sldMk cId="491536181" sldId="274"/>
            <ac:spMk id="3" creationId="{3DA439D8-468A-7002-705E-758752EBA6BB}"/>
          </ac:spMkLst>
        </pc:spChg>
        <pc:spChg chg="del">
          <ac:chgData name="Tu Ngo" userId="3cbe118c215438f3" providerId="LiveId" clId="{6F471532-56CA-4349-B715-5BF7238AACED}" dt="2024-04-25T06:59:04.683" v="21" actId="478"/>
          <ac:spMkLst>
            <pc:docMk/>
            <pc:sldMk cId="491536181" sldId="274"/>
            <ac:spMk id="4" creationId="{2D9F2056-1CC3-B880-7366-10FC4A199FB6}"/>
          </ac:spMkLst>
        </pc:spChg>
        <pc:spChg chg="add mod">
          <ac:chgData name="Tu Ngo" userId="3cbe118c215438f3" providerId="LiveId" clId="{6F471532-56CA-4349-B715-5BF7238AACED}" dt="2024-04-25T07:00:01.884" v="32" actId="1076"/>
          <ac:spMkLst>
            <pc:docMk/>
            <pc:sldMk cId="491536181" sldId="274"/>
            <ac:spMk id="6" creationId="{6D9F64D9-F406-5A33-4064-BDE1AB79B48C}"/>
          </ac:spMkLst>
        </pc:spChg>
        <pc:spChg chg="add mod">
          <ac:chgData name="Tu Ngo" userId="3cbe118c215438f3" providerId="LiveId" clId="{6F471532-56CA-4349-B715-5BF7238AACED}" dt="2024-04-25T06:59:51.862" v="31" actId="1076"/>
          <ac:spMkLst>
            <pc:docMk/>
            <pc:sldMk cId="491536181" sldId="274"/>
            <ac:spMk id="10" creationId="{05F3D85D-D555-CDB4-BB09-E67A430C242E}"/>
          </ac:spMkLst>
        </pc:spChg>
        <pc:picChg chg="mod">
          <ac:chgData name="Tu Ngo" userId="3cbe118c215438f3" providerId="LiveId" clId="{6F471532-56CA-4349-B715-5BF7238AACED}" dt="2024-04-25T06:59:26.921" v="28" actId="1076"/>
          <ac:picMkLst>
            <pc:docMk/>
            <pc:sldMk cId="491536181" sldId="274"/>
            <ac:picMk id="5" creationId="{18EA0269-B9D7-3A8D-2B0D-32F159807E61}"/>
          </ac:picMkLst>
        </pc:picChg>
        <pc:picChg chg="mod">
          <ac:chgData name="Tu Ngo" userId="3cbe118c215438f3" providerId="LiveId" clId="{6F471532-56CA-4349-B715-5BF7238AACED}" dt="2024-04-25T06:57:50.411" v="19" actId="1076"/>
          <ac:picMkLst>
            <pc:docMk/>
            <pc:sldMk cId="491536181" sldId="274"/>
            <ac:picMk id="7" creationId="{736E128C-0408-EAB7-C83B-FA9EE4769A6E}"/>
          </ac:picMkLst>
        </pc:picChg>
      </pc:sldChg>
      <pc:sldChg chg="modSp add mod">
        <pc:chgData name="Tu Ngo" userId="3cbe118c215438f3" providerId="LiveId" clId="{6F471532-56CA-4349-B715-5BF7238AACED}" dt="2024-04-25T07:02:20.619" v="47" actId="14100"/>
        <pc:sldMkLst>
          <pc:docMk/>
          <pc:sldMk cId="3327157121" sldId="275"/>
        </pc:sldMkLst>
        <pc:spChg chg="mod">
          <ac:chgData name="Tu Ngo" userId="3cbe118c215438f3" providerId="LiveId" clId="{6F471532-56CA-4349-B715-5BF7238AACED}" dt="2024-04-25T07:01:24.867" v="38" actId="1076"/>
          <ac:spMkLst>
            <pc:docMk/>
            <pc:sldMk cId="3327157121" sldId="275"/>
            <ac:spMk id="6" creationId="{6D9F64D9-F406-5A33-4064-BDE1AB79B48C}"/>
          </ac:spMkLst>
        </pc:spChg>
        <pc:spChg chg="mod">
          <ac:chgData name="Tu Ngo" userId="3cbe118c215438f3" providerId="LiveId" clId="{6F471532-56CA-4349-B715-5BF7238AACED}" dt="2024-04-25T07:02:20.619" v="47" actId="14100"/>
          <ac:spMkLst>
            <pc:docMk/>
            <pc:sldMk cId="3327157121" sldId="275"/>
            <ac:spMk id="10" creationId="{05F3D85D-D555-CDB4-BB09-E67A430C242E}"/>
          </ac:spMkLst>
        </pc:spChg>
        <pc:picChg chg="mod">
          <ac:chgData name="Tu Ngo" userId="3cbe118c215438f3" providerId="LiveId" clId="{6F471532-56CA-4349-B715-5BF7238AACED}" dt="2024-04-25T07:01:45.290" v="43" actId="1076"/>
          <ac:picMkLst>
            <pc:docMk/>
            <pc:sldMk cId="3327157121" sldId="275"/>
            <ac:picMk id="5" creationId="{18EA0269-B9D7-3A8D-2B0D-32F159807E61}"/>
          </ac:picMkLst>
        </pc:picChg>
        <pc:picChg chg="mod">
          <ac:chgData name="Tu Ngo" userId="3cbe118c215438f3" providerId="LiveId" clId="{6F471532-56CA-4349-B715-5BF7238AACED}" dt="2024-04-25T07:00:53.630" v="35" actId="1076"/>
          <ac:picMkLst>
            <pc:docMk/>
            <pc:sldMk cId="3327157121" sldId="275"/>
            <ac:picMk id="7" creationId="{736E128C-0408-EAB7-C83B-FA9EE4769A6E}"/>
          </ac:picMkLst>
        </pc:picChg>
      </pc:sldChg>
      <pc:sldChg chg="modSp add mod">
        <pc:chgData name="Tu Ngo" userId="3cbe118c215438f3" providerId="LiveId" clId="{6F471532-56CA-4349-B715-5BF7238AACED}" dt="2024-04-25T07:06:34.395" v="61" actId="1076"/>
        <pc:sldMkLst>
          <pc:docMk/>
          <pc:sldMk cId="2909527591" sldId="276"/>
        </pc:sldMkLst>
        <pc:spChg chg="mod">
          <ac:chgData name="Tu Ngo" userId="3cbe118c215438f3" providerId="LiveId" clId="{6F471532-56CA-4349-B715-5BF7238AACED}" dt="2024-04-25T07:04:47.659" v="54" actId="14100"/>
          <ac:spMkLst>
            <pc:docMk/>
            <pc:sldMk cId="2909527591" sldId="276"/>
            <ac:spMk id="6" creationId="{6D9F64D9-F406-5A33-4064-BDE1AB79B48C}"/>
          </ac:spMkLst>
        </pc:spChg>
        <pc:spChg chg="mod">
          <ac:chgData name="Tu Ngo" userId="3cbe118c215438f3" providerId="LiveId" clId="{6F471532-56CA-4349-B715-5BF7238AACED}" dt="2024-04-25T07:06:34.395" v="61" actId="1076"/>
          <ac:spMkLst>
            <pc:docMk/>
            <pc:sldMk cId="2909527591" sldId="276"/>
            <ac:spMk id="10" creationId="{05F3D85D-D555-CDB4-BB09-E67A430C242E}"/>
          </ac:spMkLst>
        </pc:spChg>
        <pc:picChg chg="mod">
          <ac:chgData name="Tu Ngo" userId="3cbe118c215438f3" providerId="LiveId" clId="{6F471532-56CA-4349-B715-5BF7238AACED}" dt="2024-04-25T07:04:27.082" v="51" actId="1076"/>
          <ac:picMkLst>
            <pc:docMk/>
            <pc:sldMk cId="2909527591" sldId="276"/>
            <ac:picMk id="7" creationId="{736E128C-0408-EAB7-C83B-FA9EE4769A6E}"/>
          </ac:picMkLst>
        </pc:picChg>
      </pc:sldChg>
      <pc:sldChg chg="modSp add mod">
        <pc:chgData name="Tu Ngo" userId="3cbe118c215438f3" providerId="LiveId" clId="{6F471532-56CA-4349-B715-5BF7238AACED}" dt="2024-04-25T07:07:44.413" v="71" actId="14100"/>
        <pc:sldMkLst>
          <pc:docMk/>
          <pc:sldMk cId="1292677547" sldId="277"/>
        </pc:sldMkLst>
        <pc:spChg chg="mod">
          <ac:chgData name="Tu Ngo" userId="3cbe118c215438f3" providerId="LiveId" clId="{6F471532-56CA-4349-B715-5BF7238AACED}" dt="2024-04-25T07:07:44.413" v="71" actId="14100"/>
          <ac:spMkLst>
            <pc:docMk/>
            <pc:sldMk cId="1292677547" sldId="277"/>
            <ac:spMk id="6" creationId="{6D9F64D9-F406-5A33-4064-BDE1AB79B48C}"/>
          </ac:spMkLst>
        </pc:spChg>
        <pc:spChg chg="mod">
          <ac:chgData name="Tu Ngo" userId="3cbe118c215438f3" providerId="LiveId" clId="{6F471532-56CA-4349-B715-5BF7238AACED}" dt="2024-04-25T07:07:27.322" v="68" actId="14100"/>
          <ac:spMkLst>
            <pc:docMk/>
            <pc:sldMk cId="1292677547" sldId="277"/>
            <ac:spMk id="10" creationId="{05F3D85D-D555-CDB4-BB09-E67A430C242E}"/>
          </ac:spMkLst>
        </pc:spChg>
      </pc:sldChg>
    </pc:docChg>
  </pc:docChgLst>
  <pc:docChgLst>
    <pc:chgData name="Tu Ngo" userId="3cbe118c215438f3" providerId="LiveId" clId="{2E7AA4AB-E8DA-4B08-8363-38764D861547}"/>
    <pc:docChg chg="undo custSel addSld modSld sldOrd">
      <pc:chgData name="Tu Ngo" userId="3cbe118c215438f3" providerId="LiveId" clId="{2E7AA4AB-E8DA-4B08-8363-38764D861547}" dt="2024-04-25T14:44:18.614" v="378" actId="20577"/>
      <pc:docMkLst>
        <pc:docMk/>
      </pc:docMkLst>
      <pc:sldChg chg="modSp mod">
        <pc:chgData name="Tu Ngo" userId="3cbe118c215438f3" providerId="LiveId" clId="{2E7AA4AB-E8DA-4B08-8363-38764D861547}" dt="2024-04-25T14:44:18.614" v="378" actId="20577"/>
        <pc:sldMkLst>
          <pc:docMk/>
          <pc:sldMk cId="3649587062" sldId="258"/>
        </pc:sldMkLst>
        <pc:spChg chg="mod">
          <ac:chgData name="Tu Ngo" userId="3cbe118c215438f3" providerId="LiveId" clId="{2E7AA4AB-E8DA-4B08-8363-38764D861547}" dt="2024-04-25T14:44:18.614" v="378" actId="20577"/>
          <ac:spMkLst>
            <pc:docMk/>
            <pc:sldMk cId="3649587062" sldId="258"/>
            <ac:spMk id="3" creationId="{A6693623-3EA4-5E5E-8BDC-4CA9D91048A7}"/>
          </ac:spMkLst>
        </pc:spChg>
      </pc:sldChg>
      <pc:sldChg chg="modSp mod">
        <pc:chgData name="Tu Ngo" userId="3cbe118c215438f3" providerId="LiveId" clId="{2E7AA4AB-E8DA-4B08-8363-38764D861547}" dt="2024-04-25T09:30:23.476" v="3" actId="207"/>
        <pc:sldMkLst>
          <pc:docMk/>
          <pc:sldMk cId="102097431" sldId="265"/>
        </pc:sldMkLst>
        <pc:spChg chg="mod">
          <ac:chgData name="Tu Ngo" userId="3cbe118c215438f3" providerId="LiveId" clId="{2E7AA4AB-E8DA-4B08-8363-38764D861547}" dt="2024-04-25T09:30:23.476" v="3" actId="207"/>
          <ac:spMkLst>
            <pc:docMk/>
            <pc:sldMk cId="102097431" sldId="265"/>
            <ac:spMk id="45" creationId="{6E03AEF7-F58B-3F01-A25D-D18E1322142F}"/>
          </ac:spMkLst>
        </pc:spChg>
      </pc:sldChg>
      <pc:sldChg chg="modSp mod">
        <pc:chgData name="Tu Ngo" userId="3cbe118c215438f3" providerId="LiveId" clId="{2E7AA4AB-E8DA-4B08-8363-38764D861547}" dt="2024-04-25T09:30:39.688" v="7" actId="113"/>
        <pc:sldMkLst>
          <pc:docMk/>
          <pc:sldMk cId="1884408908" sldId="267"/>
        </pc:sldMkLst>
        <pc:spChg chg="mod">
          <ac:chgData name="Tu Ngo" userId="3cbe118c215438f3" providerId="LiveId" clId="{2E7AA4AB-E8DA-4B08-8363-38764D861547}" dt="2024-04-25T09:30:39.688" v="7" actId="113"/>
          <ac:spMkLst>
            <pc:docMk/>
            <pc:sldMk cId="1884408908" sldId="267"/>
            <ac:spMk id="45" creationId="{6E03AEF7-F58B-3F01-A25D-D18E1322142F}"/>
          </ac:spMkLst>
        </pc:spChg>
      </pc:sldChg>
      <pc:sldChg chg="modSp mod">
        <pc:chgData name="Tu Ngo" userId="3cbe118c215438f3" providerId="LiveId" clId="{2E7AA4AB-E8DA-4B08-8363-38764D861547}" dt="2024-04-25T09:30:31.329" v="5" actId="207"/>
        <pc:sldMkLst>
          <pc:docMk/>
          <pc:sldMk cId="351606664" sldId="268"/>
        </pc:sldMkLst>
        <pc:spChg chg="mod">
          <ac:chgData name="Tu Ngo" userId="3cbe118c215438f3" providerId="LiveId" clId="{2E7AA4AB-E8DA-4B08-8363-38764D861547}" dt="2024-04-25T09:30:31.329" v="5" actId="207"/>
          <ac:spMkLst>
            <pc:docMk/>
            <pc:sldMk cId="351606664" sldId="268"/>
            <ac:spMk id="45" creationId="{6E03AEF7-F58B-3F01-A25D-D18E1322142F}"/>
          </ac:spMkLst>
        </pc:spChg>
      </pc:sldChg>
      <pc:sldChg chg="modSp mod">
        <pc:chgData name="Tu Ngo" userId="3cbe118c215438f3" providerId="LiveId" clId="{2E7AA4AB-E8DA-4B08-8363-38764D861547}" dt="2024-04-25T14:40:23.770" v="369" actId="20577"/>
        <pc:sldMkLst>
          <pc:docMk/>
          <pc:sldMk cId="295600462" sldId="279"/>
        </pc:sldMkLst>
        <pc:spChg chg="mod">
          <ac:chgData name="Tu Ngo" userId="3cbe118c215438f3" providerId="LiveId" clId="{2E7AA4AB-E8DA-4B08-8363-38764D861547}" dt="2024-04-25T14:40:23.770" v="369" actId="20577"/>
          <ac:spMkLst>
            <pc:docMk/>
            <pc:sldMk cId="295600462" sldId="279"/>
            <ac:spMk id="3" creationId="{932F716C-E700-3613-9CF9-F0A5D3DE7664}"/>
          </ac:spMkLst>
        </pc:spChg>
      </pc:sldChg>
      <pc:sldChg chg="modSp mod">
        <pc:chgData name="Tu Ngo" userId="3cbe118c215438f3" providerId="LiveId" clId="{2E7AA4AB-E8DA-4B08-8363-38764D861547}" dt="2024-04-25T14:41:36.424" v="370" actId="113"/>
        <pc:sldMkLst>
          <pc:docMk/>
          <pc:sldMk cId="4267176713" sldId="286"/>
        </pc:sldMkLst>
        <pc:spChg chg="mod">
          <ac:chgData name="Tu Ngo" userId="3cbe118c215438f3" providerId="LiveId" clId="{2E7AA4AB-E8DA-4B08-8363-38764D861547}" dt="2024-04-25T14:41:36.424" v="370" actId="113"/>
          <ac:spMkLst>
            <pc:docMk/>
            <pc:sldMk cId="4267176713" sldId="286"/>
            <ac:spMk id="3" creationId="{96DDBA86-8C5F-ED03-37DB-FC75C79DE460}"/>
          </ac:spMkLst>
        </pc:spChg>
      </pc:sldChg>
      <pc:sldChg chg="modSp add mod ord">
        <pc:chgData name="Tu Ngo" userId="3cbe118c215438f3" providerId="LiveId" clId="{2E7AA4AB-E8DA-4B08-8363-38764D861547}" dt="2024-04-25T13:55:28.996" v="279" actId="1076"/>
        <pc:sldMkLst>
          <pc:docMk/>
          <pc:sldMk cId="3741740949" sldId="287"/>
        </pc:sldMkLst>
        <pc:spChg chg="mod">
          <ac:chgData name="Tu Ngo" userId="3cbe118c215438f3" providerId="LiveId" clId="{2E7AA4AB-E8DA-4B08-8363-38764D861547}" dt="2024-04-25T13:55:28.996" v="279" actId="1076"/>
          <ac:spMkLst>
            <pc:docMk/>
            <pc:sldMk cId="3741740949" sldId="287"/>
            <ac:spMk id="2" creationId="{E16BBBFA-3918-EA84-72D3-9024C5F7764C}"/>
          </ac:spMkLst>
        </pc:spChg>
      </pc:sldChg>
      <pc:sldChg chg="addSp modSp add mod">
        <pc:chgData name="Tu Ngo" userId="3cbe118c215438f3" providerId="LiveId" clId="{2E7AA4AB-E8DA-4B08-8363-38764D861547}" dt="2024-04-25T14:07:41.971" v="303" actId="1076"/>
        <pc:sldMkLst>
          <pc:docMk/>
          <pc:sldMk cId="3718380848" sldId="288"/>
        </pc:sldMkLst>
        <pc:spChg chg="add mod">
          <ac:chgData name="Tu Ngo" userId="3cbe118c215438f3" providerId="LiveId" clId="{2E7AA4AB-E8DA-4B08-8363-38764D861547}" dt="2024-04-25T14:07:41.971" v="303" actId="1076"/>
          <ac:spMkLst>
            <pc:docMk/>
            <pc:sldMk cId="3718380848" sldId="288"/>
            <ac:spMk id="5" creationId="{FD0B46FC-896F-01D5-2B8A-79A8D3CB8353}"/>
          </ac:spMkLst>
        </pc:spChg>
        <pc:picChg chg="add mod">
          <ac:chgData name="Tu Ngo" userId="3cbe118c215438f3" providerId="LiveId" clId="{2E7AA4AB-E8DA-4B08-8363-38764D861547}" dt="2024-04-25T14:07:03.211" v="297" actId="1076"/>
          <ac:picMkLst>
            <pc:docMk/>
            <pc:sldMk cId="3718380848" sldId="288"/>
            <ac:picMk id="1026" creationId="{FF6C8F0B-1D2E-B7CE-C14E-3647801FE9FE}"/>
          </ac:picMkLst>
        </pc:picChg>
      </pc:sldChg>
    </pc:docChg>
  </pc:docChgLst>
  <pc:docChgLst>
    <pc:chgData name="Trinh, Huyen T K" userId="9dc26fa2-b6aa-4b96-937d-c715f08c173e" providerId="ADAL" clId="{E86788E8-2315-2F44-A66C-7832B13379C2}"/>
    <pc:docChg chg="undo custSel addSld delSld modSld sldOrd">
      <pc:chgData name="Trinh, Huyen T K" userId="9dc26fa2-b6aa-4b96-937d-c715f08c173e" providerId="ADAL" clId="{E86788E8-2315-2F44-A66C-7832B13379C2}" dt="2024-04-25T08:38:17.520" v="1008" actId="20577"/>
      <pc:docMkLst>
        <pc:docMk/>
      </pc:docMkLst>
      <pc:sldChg chg="modSp mod">
        <pc:chgData name="Trinh, Huyen T K" userId="9dc26fa2-b6aa-4b96-937d-c715f08c173e" providerId="ADAL" clId="{E86788E8-2315-2F44-A66C-7832B13379C2}" dt="2024-04-25T07:24:24.246" v="0"/>
        <pc:sldMkLst>
          <pc:docMk/>
          <pc:sldMk cId="3649587062" sldId="258"/>
        </pc:sldMkLst>
        <pc:spChg chg="mod">
          <ac:chgData name="Trinh, Huyen T K" userId="9dc26fa2-b6aa-4b96-937d-c715f08c173e" providerId="ADAL" clId="{E86788E8-2315-2F44-A66C-7832B13379C2}" dt="2024-04-25T07:24:24.246" v="0"/>
          <ac:spMkLst>
            <pc:docMk/>
            <pc:sldMk cId="3649587062" sldId="258"/>
            <ac:spMk id="3" creationId="{A6693623-3EA4-5E5E-8BDC-4CA9D91048A7}"/>
          </ac:spMkLst>
        </pc:spChg>
      </pc:sldChg>
      <pc:sldChg chg="del">
        <pc:chgData name="Trinh, Huyen T K" userId="9dc26fa2-b6aa-4b96-937d-c715f08c173e" providerId="ADAL" clId="{E86788E8-2315-2F44-A66C-7832B13379C2}" dt="2024-04-25T07:48:20.780" v="706" actId="2696"/>
        <pc:sldMkLst>
          <pc:docMk/>
          <pc:sldMk cId="2133760004" sldId="260"/>
        </pc:sldMkLst>
      </pc:sldChg>
      <pc:sldChg chg="modSp mod">
        <pc:chgData name="Trinh, Huyen T K" userId="9dc26fa2-b6aa-4b96-937d-c715f08c173e" providerId="ADAL" clId="{E86788E8-2315-2F44-A66C-7832B13379C2}" dt="2024-04-25T08:05:16.874" v="718" actId="20577"/>
        <pc:sldMkLst>
          <pc:docMk/>
          <pc:sldMk cId="803089435" sldId="261"/>
        </pc:sldMkLst>
        <pc:spChg chg="mod">
          <ac:chgData name="Trinh, Huyen T K" userId="9dc26fa2-b6aa-4b96-937d-c715f08c173e" providerId="ADAL" clId="{E86788E8-2315-2F44-A66C-7832B13379C2}" dt="2024-04-25T08:05:16.874" v="718" actId="20577"/>
          <ac:spMkLst>
            <pc:docMk/>
            <pc:sldMk cId="803089435" sldId="261"/>
            <ac:spMk id="3" creationId="{C0AA7C2A-F62B-8CB2-5EF6-BE256AAC89CC}"/>
          </ac:spMkLst>
        </pc:spChg>
      </pc:sldChg>
      <pc:sldChg chg="addSp modSp mod">
        <pc:chgData name="Trinh, Huyen T K" userId="9dc26fa2-b6aa-4b96-937d-c715f08c173e" providerId="ADAL" clId="{E86788E8-2315-2F44-A66C-7832B13379C2}" dt="2024-04-25T07:31:03.749" v="123" actId="20577"/>
        <pc:sldMkLst>
          <pc:docMk/>
          <pc:sldMk cId="944000912" sldId="262"/>
        </pc:sldMkLst>
        <pc:spChg chg="add mod">
          <ac:chgData name="Trinh, Huyen T K" userId="9dc26fa2-b6aa-4b96-937d-c715f08c173e" providerId="ADAL" clId="{E86788E8-2315-2F44-A66C-7832B13379C2}" dt="2024-04-25T07:31:03.749" v="123" actId="20577"/>
          <ac:spMkLst>
            <pc:docMk/>
            <pc:sldMk cId="944000912" sldId="262"/>
            <ac:spMk id="3" creationId="{D7DBC8C5-D5F3-58ED-1316-C2061750C648}"/>
          </ac:spMkLst>
        </pc:spChg>
      </pc:sldChg>
      <pc:sldChg chg="addSp modSp">
        <pc:chgData name="Trinh, Huyen T K" userId="9dc26fa2-b6aa-4b96-937d-c715f08c173e" providerId="ADAL" clId="{E86788E8-2315-2F44-A66C-7832B13379C2}" dt="2024-04-25T07:31:09.900" v="124"/>
        <pc:sldMkLst>
          <pc:docMk/>
          <pc:sldMk cId="2871928596" sldId="263"/>
        </pc:sldMkLst>
        <pc:spChg chg="add mod">
          <ac:chgData name="Trinh, Huyen T K" userId="9dc26fa2-b6aa-4b96-937d-c715f08c173e" providerId="ADAL" clId="{E86788E8-2315-2F44-A66C-7832B13379C2}" dt="2024-04-25T07:31:09.900" v="124"/>
          <ac:spMkLst>
            <pc:docMk/>
            <pc:sldMk cId="2871928596" sldId="263"/>
            <ac:spMk id="6" creationId="{3A181962-AC20-05A5-4A4D-D7050702B748}"/>
          </ac:spMkLst>
        </pc:spChg>
      </pc:sldChg>
      <pc:sldChg chg="addSp modSp">
        <pc:chgData name="Trinh, Huyen T K" userId="9dc26fa2-b6aa-4b96-937d-c715f08c173e" providerId="ADAL" clId="{E86788E8-2315-2F44-A66C-7832B13379C2}" dt="2024-04-25T07:31:12.317" v="125"/>
        <pc:sldMkLst>
          <pc:docMk/>
          <pc:sldMk cId="590678958" sldId="264"/>
        </pc:sldMkLst>
        <pc:spChg chg="add mod">
          <ac:chgData name="Trinh, Huyen T K" userId="9dc26fa2-b6aa-4b96-937d-c715f08c173e" providerId="ADAL" clId="{E86788E8-2315-2F44-A66C-7832B13379C2}" dt="2024-04-25T07:31:12.317" v="125"/>
          <ac:spMkLst>
            <pc:docMk/>
            <pc:sldMk cId="590678958" sldId="264"/>
            <ac:spMk id="7" creationId="{3A345980-1F53-F5A9-1ADB-42B5F9401CAB}"/>
          </ac:spMkLst>
        </pc:spChg>
      </pc:sldChg>
      <pc:sldChg chg="addSp modSp">
        <pc:chgData name="Trinh, Huyen T K" userId="9dc26fa2-b6aa-4b96-937d-c715f08c173e" providerId="ADAL" clId="{E86788E8-2315-2F44-A66C-7832B13379C2}" dt="2024-04-25T07:31:15.401" v="126"/>
        <pc:sldMkLst>
          <pc:docMk/>
          <pc:sldMk cId="102097431" sldId="265"/>
        </pc:sldMkLst>
        <pc:spChg chg="add mod">
          <ac:chgData name="Trinh, Huyen T K" userId="9dc26fa2-b6aa-4b96-937d-c715f08c173e" providerId="ADAL" clId="{E86788E8-2315-2F44-A66C-7832B13379C2}" dt="2024-04-25T07:31:15.401" v="126"/>
          <ac:spMkLst>
            <pc:docMk/>
            <pc:sldMk cId="102097431" sldId="265"/>
            <ac:spMk id="6" creationId="{7F57064A-4B65-9A62-4DDE-3F6A6888731E}"/>
          </ac:spMkLst>
        </pc:spChg>
      </pc:sldChg>
      <pc:sldChg chg="addSp modSp">
        <pc:chgData name="Trinh, Huyen T K" userId="9dc26fa2-b6aa-4b96-937d-c715f08c173e" providerId="ADAL" clId="{E86788E8-2315-2F44-A66C-7832B13379C2}" dt="2024-04-25T07:31:22.420" v="128"/>
        <pc:sldMkLst>
          <pc:docMk/>
          <pc:sldMk cId="1884408908" sldId="267"/>
        </pc:sldMkLst>
        <pc:spChg chg="add mod">
          <ac:chgData name="Trinh, Huyen T K" userId="9dc26fa2-b6aa-4b96-937d-c715f08c173e" providerId="ADAL" clId="{E86788E8-2315-2F44-A66C-7832B13379C2}" dt="2024-04-25T07:31:22.420" v="128"/>
          <ac:spMkLst>
            <pc:docMk/>
            <pc:sldMk cId="1884408908" sldId="267"/>
            <ac:spMk id="6" creationId="{8B14C4E2-1759-A040-BE81-862840A65F21}"/>
          </ac:spMkLst>
        </pc:spChg>
      </pc:sldChg>
      <pc:sldChg chg="addSp modSp">
        <pc:chgData name="Trinh, Huyen T K" userId="9dc26fa2-b6aa-4b96-937d-c715f08c173e" providerId="ADAL" clId="{E86788E8-2315-2F44-A66C-7832B13379C2}" dt="2024-04-25T07:31:19.119" v="127"/>
        <pc:sldMkLst>
          <pc:docMk/>
          <pc:sldMk cId="351606664" sldId="268"/>
        </pc:sldMkLst>
        <pc:spChg chg="add mod">
          <ac:chgData name="Trinh, Huyen T K" userId="9dc26fa2-b6aa-4b96-937d-c715f08c173e" providerId="ADAL" clId="{E86788E8-2315-2F44-A66C-7832B13379C2}" dt="2024-04-25T07:31:19.119" v="127"/>
          <ac:spMkLst>
            <pc:docMk/>
            <pc:sldMk cId="351606664" sldId="268"/>
            <ac:spMk id="4" creationId="{DB6D76B1-BD29-71C2-CCA7-020CF98F9FC9}"/>
          </ac:spMkLst>
        </pc:spChg>
      </pc:sldChg>
      <pc:sldChg chg="addSp modSp mod">
        <pc:chgData name="Trinh, Huyen T K" userId="9dc26fa2-b6aa-4b96-937d-c715f08c173e" providerId="ADAL" clId="{E86788E8-2315-2F44-A66C-7832B13379C2}" dt="2024-04-25T07:39:59.575" v="211" actId="1076"/>
        <pc:sldMkLst>
          <pc:docMk/>
          <pc:sldMk cId="3893923767" sldId="269"/>
        </pc:sldMkLst>
        <pc:spChg chg="add mod">
          <ac:chgData name="Trinh, Huyen T K" userId="9dc26fa2-b6aa-4b96-937d-c715f08c173e" providerId="ADAL" clId="{E86788E8-2315-2F44-A66C-7832B13379C2}" dt="2024-04-25T07:39:59.575" v="211" actId="1076"/>
          <ac:spMkLst>
            <pc:docMk/>
            <pc:sldMk cId="3893923767" sldId="269"/>
            <ac:spMk id="7" creationId="{18577A56-0750-442B-43AB-6FCA8326456C}"/>
          </ac:spMkLst>
        </pc:spChg>
      </pc:sldChg>
      <pc:sldChg chg="addSp modSp new mod setBg">
        <pc:chgData name="Trinh, Huyen T K" userId="9dc26fa2-b6aa-4b96-937d-c715f08c173e" providerId="ADAL" clId="{E86788E8-2315-2F44-A66C-7832B13379C2}" dt="2024-04-25T07:29:31.694" v="67" actId="26606"/>
        <pc:sldMkLst>
          <pc:docMk/>
          <pc:sldMk cId="4240956721" sldId="278"/>
        </pc:sldMkLst>
        <pc:spChg chg="mo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2" creationId="{4955A6CA-716F-D57D-CBE7-2311E8D1F3A5}"/>
          </ac:spMkLst>
        </pc:spChg>
        <pc:spChg chg="mo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3" creationId="{EA29519E-76F5-2D1B-6B70-1022CA6C9526}"/>
          </ac:spMkLst>
        </pc:spChg>
        <pc:spChg chg="ad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8" creationId="{BD4C0BBB-0042-4603-A226-6117F3FD5B3C}"/>
          </ac:spMkLst>
        </pc:spChg>
        <pc:spChg chg="ad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10" creationId="{EC44F520-2598-460E-9F91-B02F60830CA2}"/>
          </ac:spMkLst>
        </pc:spChg>
        <pc:spChg chg="ad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12" creationId="{7404E292-5FAB-47E8-A663-A07530CED8FF}"/>
          </ac:spMkLst>
        </pc:spChg>
        <pc:spChg chg="ad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14" creationId="{D80FF8ED-64CE-400C-A4D5-9F943FC264DE}"/>
          </ac:spMkLst>
        </pc:spChg>
        <pc:spChg chg="ad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16" creationId="{568868AD-100D-45F3-B11E-8A2936712B9E}"/>
          </ac:spMkLst>
        </pc:spChg>
        <pc:spChg chg="ad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18" creationId="{714742CC-05F9-44AC-AF98-AB6EF810E47D}"/>
          </ac:spMkLst>
        </pc:spChg>
        <pc:spChg chg="add">
          <ac:chgData name="Trinh, Huyen T K" userId="9dc26fa2-b6aa-4b96-937d-c715f08c173e" providerId="ADAL" clId="{E86788E8-2315-2F44-A66C-7832B13379C2}" dt="2024-04-25T07:29:31.694" v="67" actId="26606"/>
          <ac:spMkLst>
            <pc:docMk/>
            <pc:sldMk cId="4240956721" sldId="278"/>
            <ac:spMk id="20" creationId="{853C77DB-C7E3-4B1F-9AD0-1EB2982A8659}"/>
          </ac:spMkLst>
        </pc:spChg>
      </pc:sldChg>
      <pc:sldChg chg="addSp modSp new mod ord setBg">
        <pc:chgData name="Trinh, Huyen T K" userId="9dc26fa2-b6aa-4b96-937d-c715f08c173e" providerId="ADAL" clId="{E86788E8-2315-2F44-A66C-7832B13379C2}" dt="2024-04-25T07:39:20.297" v="200" actId="207"/>
        <pc:sldMkLst>
          <pc:docMk/>
          <pc:sldMk cId="295600462" sldId="279"/>
        </pc:sldMkLst>
        <pc:spChg chg="mod">
          <ac:chgData name="Trinh, Huyen T K" userId="9dc26fa2-b6aa-4b96-937d-c715f08c173e" providerId="ADAL" clId="{E86788E8-2315-2F44-A66C-7832B13379C2}" dt="2024-04-25T07:39:20.297" v="200" actId="207"/>
          <ac:spMkLst>
            <pc:docMk/>
            <pc:sldMk cId="295600462" sldId="279"/>
            <ac:spMk id="2" creationId="{E16BBBFA-3918-EA84-72D3-9024C5F7764C}"/>
          </ac:spMkLst>
        </pc:spChg>
        <pc:spChg chg="mod">
          <ac:chgData name="Trinh, Huyen T K" userId="9dc26fa2-b6aa-4b96-937d-c715f08c173e" providerId="ADAL" clId="{E86788E8-2315-2F44-A66C-7832B13379C2}" dt="2024-04-25T07:29:53.659" v="105" actId="26606"/>
          <ac:spMkLst>
            <pc:docMk/>
            <pc:sldMk cId="295600462" sldId="279"/>
            <ac:spMk id="3" creationId="{932F716C-E700-3613-9CF9-F0A5D3DE7664}"/>
          </ac:spMkLst>
        </pc:spChg>
        <pc:spChg chg="add">
          <ac:chgData name="Trinh, Huyen T K" userId="9dc26fa2-b6aa-4b96-937d-c715f08c173e" providerId="ADAL" clId="{E86788E8-2315-2F44-A66C-7832B13379C2}" dt="2024-04-25T07:29:53.659" v="105" actId="26606"/>
          <ac:spMkLst>
            <pc:docMk/>
            <pc:sldMk cId="295600462" sldId="279"/>
            <ac:spMk id="8" creationId="{BD4C0BBB-0042-4603-A226-6117F3FD5B3C}"/>
          </ac:spMkLst>
        </pc:spChg>
        <pc:spChg chg="add">
          <ac:chgData name="Trinh, Huyen T K" userId="9dc26fa2-b6aa-4b96-937d-c715f08c173e" providerId="ADAL" clId="{E86788E8-2315-2F44-A66C-7832B13379C2}" dt="2024-04-25T07:29:53.659" v="105" actId="26606"/>
          <ac:spMkLst>
            <pc:docMk/>
            <pc:sldMk cId="295600462" sldId="279"/>
            <ac:spMk id="10" creationId="{EC44F520-2598-460E-9F91-B02F60830CA2}"/>
          </ac:spMkLst>
        </pc:spChg>
        <pc:spChg chg="add">
          <ac:chgData name="Trinh, Huyen T K" userId="9dc26fa2-b6aa-4b96-937d-c715f08c173e" providerId="ADAL" clId="{E86788E8-2315-2F44-A66C-7832B13379C2}" dt="2024-04-25T07:29:53.659" v="105" actId="26606"/>
          <ac:spMkLst>
            <pc:docMk/>
            <pc:sldMk cId="295600462" sldId="279"/>
            <ac:spMk id="12" creationId="{7404E292-5FAB-47E8-A663-A07530CED8FF}"/>
          </ac:spMkLst>
        </pc:spChg>
        <pc:spChg chg="add">
          <ac:chgData name="Trinh, Huyen T K" userId="9dc26fa2-b6aa-4b96-937d-c715f08c173e" providerId="ADAL" clId="{E86788E8-2315-2F44-A66C-7832B13379C2}" dt="2024-04-25T07:29:53.659" v="105" actId="26606"/>
          <ac:spMkLst>
            <pc:docMk/>
            <pc:sldMk cId="295600462" sldId="279"/>
            <ac:spMk id="14" creationId="{D80FF8ED-64CE-400C-A4D5-9F943FC264DE}"/>
          </ac:spMkLst>
        </pc:spChg>
        <pc:spChg chg="add">
          <ac:chgData name="Trinh, Huyen T K" userId="9dc26fa2-b6aa-4b96-937d-c715f08c173e" providerId="ADAL" clId="{E86788E8-2315-2F44-A66C-7832B13379C2}" dt="2024-04-25T07:29:53.659" v="105" actId="26606"/>
          <ac:spMkLst>
            <pc:docMk/>
            <pc:sldMk cId="295600462" sldId="279"/>
            <ac:spMk id="16" creationId="{568868AD-100D-45F3-B11E-8A2936712B9E}"/>
          </ac:spMkLst>
        </pc:spChg>
        <pc:spChg chg="add">
          <ac:chgData name="Trinh, Huyen T K" userId="9dc26fa2-b6aa-4b96-937d-c715f08c173e" providerId="ADAL" clId="{E86788E8-2315-2F44-A66C-7832B13379C2}" dt="2024-04-25T07:29:53.659" v="105" actId="26606"/>
          <ac:spMkLst>
            <pc:docMk/>
            <pc:sldMk cId="295600462" sldId="279"/>
            <ac:spMk id="18" creationId="{714742CC-05F9-44AC-AF98-AB6EF810E47D}"/>
          </ac:spMkLst>
        </pc:spChg>
        <pc:spChg chg="add">
          <ac:chgData name="Trinh, Huyen T K" userId="9dc26fa2-b6aa-4b96-937d-c715f08c173e" providerId="ADAL" clId="{E86788E8-2315-2F44-A66C-7832B13379C2}" dt="2024-04-25T07:29:53.659" v="105" actId="26606"/>
          <ac:spMkLst>
            <pc:docMk/>
            <pc:sldMk cId="295600462" sldId="279"/>
            <ac:spMk id="20" creationId="{853C77DB-C7E3-4B1F-9AD0-1EB2982A8659}"/>
          </ac:spMkLst>
        </pc:spChg>
      </pc:sldChg>
      <pc:sldChg chg="addSp delSp modSp add mod ord">
        <pc:chgData name="Trinh, Huyen T K" userId="9dc26fa2-b6aa-4b96-937d-c715f08c173e" providerId="ADAL" clId="{E86788E8-2315-2F44-A66C-7832B13379C2}" dt="2024-04-25T07:45:08.931" v="386" actId="207"/>
        <pc:sldMkLst>
          <pc:docMk/>
          <pc:sldMk cId="2669683917" sldId="280"/>
        </pc:sldMkLst>
        <pc:spChg chg="del">
          <ac:chgData name="Trinh, Huyen T K" userId="9dc26fa2-b6aa-4b96-937d-c715f08c173e" providerId="ADAL" clId="{E86788E8-2315-2F44-A66C-7832B13379C2}" dt="2024-04-25T07:30:20.042" v="110" actId="478"/>
          <ac:spMkLst>
            <pc:docMk/>
            <pc:sldMk cId="2669683917" sldId="280"/>
            <ac:spMk id="3" creationId="{E245B4B0-C700-30DF-3B0F-BCF536F4FCAA}"/>
          </ac:spMkLst>
        </pc:spChg>
        <pc:spChg chg="del">
          <ac:chgData name="Trinh, Huyen T K" userId="9dc26fa2-b6aa-4b96-937d-c715f08c173e" providerId="ADAL" clId="{E86788E8-2315-2F44-A66C-7832B13379C2}" dt="2024-04-25T07:30:23.303" v="113" actId="478"/>
          <ac:spMkLst>
            <pc:docMk/>
            <pc:sldMk cId="2669683917" sldId="280"/>
            <ac:spMk id="4" creationId="{03CB69BA-75BF-C2DF-D440-53B2116B20A3}"/>
          </ac:spMkLst>
        </pc:spChg>
        <pc:spChg chg="del">
          <ac:chgData name="Trinh, Huyen T K" userId="9dc26fa2-b6aa-4b96-937d-c715f08c173e" providerId="ADAL" clId="{E86788E8-2315-2F44-A66C-7832B13379C2}" dt="2024-04-25T07:30:22.416" v="112" actId="478"/>
          <ac:spMkLst>
            <pc:docMk/>
            <pc:sldMk cId="2669683917" sldId="280"/>
            <ac:spMk id="5" creationId="{1B2B5520-12CD-7F0A-05B1-9391C37D866C}"/>
          </ac:spMkLst>
        </pc:spChg>
        <pc:spChg chg="del">
          <ac:chgData name="Trinh, Huyen T K" userId="9dc26fa2-b6aa-4b96-937d-c715f08c173e" providerId="ADAL" clId="{E86788E8-2315-2F44-A66C-7832B13379C2}" dt="2024-04-25T07:30:21.158" v="111" actId="478"/>
          <ac:spMkLst>
            <pc:docMk/>
            <pc:sldMk cId="2669683917" sldId="280"/>
            <ac:spMk id="6" creationId="{CDDFF8ED-3C44-2142-7C18-6862454F6C2D}"/>
          </ac:spMkLst>
        </pc:spChg>
        <pc:spChg chg="add del mod">
          <ac:chgData name="Trinh, Huyen T K" userId="9dc26fa2-b6aa-4b96-937d-c715f08c173e" providerId="ADAL" clId="{E86788E8-2315-2F44-A66C-7832B13379C2}" dt="2024-04-25T07:30:14.257" v="107" actId="478"/>
          <ac:spMkLst>
            <pc:docMk/>
            <pc:sldMk cId="2669683917" sldId="280"/>
            <ac:spMk id="8" creationId="{2BC23B29-A512-464D-8591-598BD6AB9564}"/>
          </ac:spMkLst>
        </pc:spChg>
        <pc:spChg chg="add mod">
          <ac:chgData name="Trinh, Huyen T K" userId="9dc26fa2-b6aa-4b96-937d-c715f08c173e" providerId="ADAL" clId="{E86788E8-2315-2F44-A66C-7832B13379C2}" dt="2024-04-25T07:39:41.042" v="201"/>
          <ac:spMkLst>
            <pc:docMk/>
            <pc:sldMk cId="2669683917" sldId="280"/>
            <ac:spMk id="10" creationId="{3581D3AB-F1A3-DB3A-F794-F80113E9C0C5}"/>
          </ac:spMkLst>
        </pc:spChg>
        <pc:spChg chg="add mod">
          <ac:chgData name="Trinh, Huyen T K" userId="9dc26fa2-b6aa-4b96-937d-c715f08c173e" providerId="ADAL" clId="{E86788E8-2315-2F44-A66C-7832B13379C2}" dt="2024-04-25T07:43:49.475" v="374" actId="1076"/>
          <ac:spMkLst>
            <pc:docMk/>
            <pc:sldMk cId="2669683917" sldId="280"/>
            <ac:spMk id="11" creationId="{D1A51089-F82C-4048-DD9F-A1BDA225C9C5}"/>
          </ac:spMkLst>
        </pc:spChg>
        <pc:spChg chg="add mod">
          <ac:chgData name="Trinh, Huyen T K" userId="9dc26fa2-b6aa-4b96-937d-c715f08c173e" providerId="ADAL" clId="{E86788E8-2315-2F44-A66C-7832B13379C2}" dt="2024-04-25T07:44:35.252" v="382" actId="1076"/>
          <ac:spMkLst>
            <pc:docMk/>
            <pc:sldMk cId="2669683917" sldId="280"/>
            <ac:spMk id="12" creationId="{2FD67536-C86C-E70E-7D19-A8C202AA33BF}"/>
          </ac:spMkLst>
        </pc:spChg>
        <pc:spChg chg="mod">
          <ac:chgData name="Trinh, Huyen T K" userId="9dc26fa2-b6aa-4b96-937d-c715f08c173e" providerId="ADAL" clId="{E86788E8-2315-2F44-A66C-7832B13379C2}" dt="2024-04-25T07:45:08.931" v="386" actId="207"/>
          <ac:spMkLst>
            <pc:docMk/>
            <pc:sldMk cId="2669683917" sldId="280"/>
            <ac:spMk id="45" creationId="{6E03AEF7-F58B-3F01-A25D-D18E1322142F}"/>
          </ac:spMkLst>
        </pc:spChg>
        <pc:picChg chg="add mod">
          <ac:chgData name="Trinh, Huyen T K" userId="9dc26fa2-b6aa-4b96-937d-c715f08c173e" providerId="ADAL" clId="{E86788E8-2315-2F44-A66C-7832B13379C2}" dt="2024-04-25T07:44:29.545" v="381" actId="1076"/>
          <ac:picMkLst>
            <pc:docMk/>
            <pc:sldMk cId="2669683917" sldId="280"/>
            <ac:picMk id="9" creationId="{BEC64DF5-5E8F-D693-4FDC-26C505EFB49A}"/>
          </ac:picMkLst>
        </pc:picChg>
        <pc:picChg chg="del">
          <ac:chgData name="Trinh, Huyen T K" userId="9dc26fa2-b6aa-4b96-937d-c715f08c173e" providerId="ADAL" clId="{E86788E8-2315-2F44-A66C-7832B13379C2}" dt="2024-04-25T07:25:12.302" v="4" actId="478"/>
          <ac:picMkLst>
            <pc:docMk/>
            <pc:sldMk cId="2669683917" sldId="280"/>
            <ac:picMk id="14" creationId="{739247CE-2549-E8FE-734C-965E92D0073A}"/>
          </ac:picMkLst>
        </pc:picChg>
      </pc:sldChg>
      <pc:sldChg chg="addSp delSp modSp add mod">
        <pc:chgData name="Trinh, Huyen T K" userId="9dc26fa2-b6aa-4b96-937d-c715f08c173e" providerId="ADAL" clId="{E86788E8-2315-2F44-A66C-7832B13379C2}" dt="2024-04-25T07:28:09.874" v="34" actId="1076"/>
        <pc:sldMkLst>
          <pc:docMk/>
          <pc:sldMk cId="1091023710" sldId="281"/>
        </pc:sldMkLst>
        <pc:spChg chg="del">
          <ac:chgData name="Trinh, Huyen T K" userId="9dc26fa2-b6aa-4b96-937d-c715f08c173e" providerId="ADAL" clId="{E86788E8-2315-2F44-A66C-7832B13379C2}" dt="2024-04-25T07:26:55.899" v="11" actId="478"/>
          <ac:spMkLst>
            <pc:docMk/>
            <pc:sldMk cId="1091023710" sldId="281"/>
            <ac:spMk id="3" creationId="{A336FD9D-4CDE-5D45-1580-85780F996CDE}"/>
          </ac:spMkLst>
        </pc:spChg>
        <pc:spChg chg="del">
          <ac:chgData name="Trinh, Huyen T K" userId="9dc26fa2-b6aa-4b96-937d-c715f08c173e" providerId="ADAL" clId="{E86788E8-2315-2F44-A66C-7832B13379C2}" dt="2024-04-25T07:26:57.001" v="12" actId="478"/>
          <ac:spMkLst>
            <pc:docMk/>
            <pc:sldMk cId="1091023710" sldId="281"/>
            <ac:spMk id="4" creationId="{899DAA7C-FAB0-B91A-1525-E12CB5A5152B}"/>
          </ac:spMkLst>
        </pc:spChg>
        <pc:spChg chg="del">
          <ac:chgData name="Trinh, Huyen T K" userId="9dc26fa2-b6aa-4b96-937d-c715f08c173e" providerId="ADAL" clId="{E86788E8-2315-2F44-A66C-7832B13379C2}" dt="2024-04-25T07:26:58.222" v="13" actId="478"/>
          <ac:spMkLst>
            <pc:docMk/>
            <pc:sldMk cId="1091023710" sldId="281"/>
            <ac:spMk id="5" creationId="{EDBFBE3F-0D67-B07E-6209-BD74DDE66526}"/>
          </ac:spMkLst>
        </pc:spChg>
        <pc:spChg chg="add del mod">
          <ac:chgData name="Trinh, Huyen T K" userId="9dc26fa2-b6aa-4b96-937d-c715f08c173e" providerId="ADAL" clId="{E86788E8-2315-2F44-A66C-7832B13379C2}" dt="2024-04-25T07:26:53.786" v="10" actId="478"/>
          <ac:spMkLst>
            <pc:docMk/>
            <pc:sldMk cId="1091023710" sldId="281"/>
            <ac:spMk id="7" creationId="{FC2DCF65-51F5-FC7D-FC51-F4E6B834A43D}"/>
          </ac:spMkLst>
        </pc:spChg>
        <pc:spChg chg="add mod">
          <ac:chgData name="Trinh, Huyen T K" userId="9dc26fa2-b6aa-4b96-937d-c715f08c173e" providerId="ADAL" clId="{E86788E8-2315-2F44-A66C-7832B13379C2}" dt="2024-04-25T07:28:09.874" v="34" actId="1076"/>
          <ac:spMkLst>
            <pc:docMk/>
            <pc:sldMk cId="1091023710" sldId="281"/>
            <ac:spMk id="9" creationId="{DB46FD02-22D4-EFEF-989B-F0A5B3957FB6}"/>
          </ac:spMkLst>
        </pc:spChg>
        <pc:spChg chg="mod">
          <ac:chgData name="Trinh, Huyen T K" userId="9dc26fa2-b6aa-4b96-937d-c715f08c173e" providerId="ADAL" clId="{E86788E8-2315-2F44-A66C-7832B13379C2}" dt="2024-04-25T07:27:19.759" v="14"/>
          <ac:spMkLst>
            <pc:docMk/>
            <pc:sldMk cId="1091023710" sldId="281"/>
            <ac:spMk id="45" creationId="{6E03AEF7-F58B-3F01-A25D-D18E1322142F}"/>
          </ac:spMkLst>
        </pc:spChg>
        <pc:picChg chg="add mod">
          <ac:chgData name="Trinh, Huyen T K" userId="9dc26fa2-b6aa-4b96-937d-c715f08c173e" providerId="ADAL" clId="{E86788E8-2315-2F44-A66C-7832B13379C2}" dt="2024-04-25T07:27:29.100" v="15"/>
          <ac:picMkLst>
            <pc:docMk/>
            <pc:sldMk cId="1091023710" sldId="281"/>
            <ac:picMk id="8" creationId="{BD10F2E9-1BE0-5650-31FF-924310A656AC}"/>
          </ac:picMkLst>
        </pc:picChg>
        <pc:picChg chg="del">
          <ac:chgData name="Trinh, Huyen T K" userId="9dc26fa2-b6aa-4b96-937d-c715f08c173e" providerId="ADAL" clId="{E86788E8-2315-2F44-A66C-7832B13379C2}" dt="2024-04-25T07:26:48.166" v="9" actId="478"/>
          <ac:picMkLst>
            <pc:docMk/>
            <pc:sldMk cId="1091023710" sldId="281"/>
            <ac:picMk id="43" creationId="{FE86332F-4D7B-F765-4F00-7382444E1D95}"/>
          </ac:picMkLst>
        </pc:picChg>
      </pc:sldChg>
      <pc:sldChg chg="addSp modSp add mod">
        <pc:chgData name="Trinh, Huyen T K" userId="9dc26fa2-b6aa-4b96-937d-c715f08c173e" providerId="ADAL" clId="{E86788E8-2315-2F44-A66C-7832B13379C2}" dt="2024-04-25T07:35:58.596" v="181" actId="1582"/>
        <pc:sldMkLst>
          <pc:docMk/>
          <pc:sldMk cId="1738731415" sldId="282"/>
        </pc:sldMkLst>
        <pc:spChg chg="add mod">
          <ac:chgData name="Trinh, Huyen T K" userId="9dc26fa2-b6aa-4b96-937d-c715f08c173e" providerId="ADAL" clId="{E86788E8-2315-2F44-A66C-7832B13379C2}" dt="2024-04-25T07:35:42.741" v="180" actId="1582"/>
          <ac:spMkLst>
            <pc:docMk/>
            <pc:sldMk cId="1738731415" sldId="282"/>
            <ac:spMk id="3" creationId="{5FF13B92-56F8-D0BC-0186-0199EA00D189}"/>
          </ac:spMkLst>
        </pc:spChg>
        <pc:spChg chg="add mod">
          <ac:chgData name="Trinh, Huyen T K" userId="9dc26fa2-b6aa-4b96-937d-c715f08c173e" providerId="ADAL" clId="{E86788E8-2315-2F44-A66C-7832B13379C2}" dt="2024-04-25T07:35:58.596" v="181" actId="1582"/>
          <ac:spMkLst>
            <pc:docMk/>
            <pc:sldMk cId="1738731415" sldId="282"/>
            <ac:spMk id="4" creationId="{4EC5630F-C9B8-74F2-E596-E3E139BAC2AA}"/>
          </ac:spMkLst>
        </pc:spChg>
        <pc:spChg chg="mod">
          <ac:chgData name="Trinh, Huyen T K" userId="9dc26fa2-b6aa-4b96-937d-c715f08c173e" providerId="ADAL" clId="{E86788E8-2315-2F44-A66C-7832B13379C2}" dt="2024-04-25T07:28:31.789" v="39"/>
          <ac:spMkLst>
            <pc:docMk/>
            <pc:sldMk cId="1738731415" sldId="282"/>
            <ac:spMk id="45" creationId="{6E03AEF7-F58B-3F01-A25D-D18E1322142F}"/>
          </ac:spMkLst>
        </pc:spChg>
        <pc:picChg chg="mod">
          <ac:chgData name="Trinh, Huyen T K" userId="9dc26fa2-b6aa-4b96-937d-c715f08c173e" providerId="ADAL" clId="{E86788E8-2315-2F44-A66C-7832B13379C2}" dt="2024-04-25T07:32:51.698" v="149" actId="1076"/>
          <ac:picMkLst>
            <pc:docMk/>
            <pc:sldMk cId="1738731415" sldId="282"/>
            <ac:picMk id="8" creationId="{BD10F2E9-1BE0-5650-31FF-924310A656AC}"/>
          </ac:picMkLst>
        </pc:picChg>
      </pc:sldChg>
      <pc:sldChg chg="addSp modSp add mod">
        <pc:chgData name="Trinh, Huyen T K" userId="9dc26fa2-b6aa-4b96-937d-c715f08c173e" providerId="ADAL" clId="{E86788E8-2315-2F44-A66C-7832B13379C2}" dt="2024-04-25T07:35:28.955" v="179" actId="1582"/>
        <pc:sldMkLst>
          <pc:docMk/>
          <pc:sldMk cId="3485252960" sldId="283"/>
        </pc:sldMkLst>
        <pc:spChg chg="add mod">
          <ac:chgData name="Trinh, Huyen T K" userId="9dc26fa2-b6aa-4b96-937d-c715f08c173e" providerId="ADAL" clId="{E86788E8-2315-2F44-A66C-7832B13379C2}" dt="2024-04-25T07:35:28.955" v="179" actId="1582"/>
          <ac:spMkLst>
            <pc:docMk/>
            <pc:sldMk cId="3485252960" sldId="283"/>
            <ac:spMk id="3" creationId="{084B8CD5-AF69-D125-BEB8-CE63D3694E0E}"/>
          </ac:spMkLst>
        </pc:spChg>
        <pc:spChg chg="add mod">
          <ac:chgData name="Trinh, Huyen T K" userId="9dc26fa2-b6aa-4b96-937d-c715f08c173e" providerId="ADAL" clId="{E86788E8-2315-2F44-A66C-7832B13379C2}" dt="2024-04-25T07:35:14.427" v="178" actId="1076"/>
          <ac:spMkLst>
            <pc:docMk/>
            <pc:sldMk cId="3485252960" sldId="283"/>
            <ac:spMk id="4" creationId="{01EF748B-0631-810D-0255-326BB9FF4254}"/>
          </ac:spMkLst>
        </pc:spChg>
        <pc:spChg chg="mod">
          <ac:chgData name="Trinh, Huyen T K" userId="9dc26fa2-b6aa-4b96-937d-c715f08c173e" providerId="ADAL" clId="{E86788E8-2315-2F44-A66C-7832B13379C2}" dt="2024-04-25T07:28:43.731" v="40"/>
          <ac:spMkLst>
            <pc:docMk/>
            <pc:sldMk cId="3485252960" sldId="283"/>
            <ac:spMk id="45" creationId="{6E03AEF7-F58B-3F01-A25D-D18E1322142F}"/>
          </ac:spMkLst>
        </pc:spChg>
        <pc:picChg chg="mod">
          <ac:chgData name="Trinh, Huyen T K" userId="9dc26fa2-b6aa-4b96-937d-c715f08c173e" providerId="ADAL" clId="{E86788E8-2315-2F44-A66C-7832B13379C2}" dt="2024-04-25T07:34:25.069" v="170" actId="1076"/>
          <ac:picMkLst>
            <pc:docMk/>
            <pc:sldMk cId="3485252960" sldId="283"/>
            <ac:picMk id="8" creationId="{BD10F2E9-1BE0-5650-31FF-924310A656AC}"/>
          </ac:picMkLst>
        </pc:picChg>
      </pc:sldChg>
      <pc:sldChg chg="addSp modSp add mod">
        <pc:chgData name="Trinh, Huyen T K" userId="9dc26fa2-b6aa-4b96-937d-c715f08c173e" providerId="ADAL" clId="{E86788E8-2315-2F44-A66C-7832B13379C2}" dt="2024-04-25T08:10:04.551" v="732" actId="20577"/>
        <pc:sldMkLst>
          <pc:docMk/>
          <pc:sldMk cId="927076708" sldId="284"/>
        </pc:sldMkLst>
        <pc:spChg chg="add mod">
          <ac:chgData name="Trinh, Huyen T K" userId="9dc26fa2-b6aa-4b96-937d-c715f08c173e" providerId="ADAL" clId="{E86788E8-2315-2F44-A66C-7832B13379C2}" dt="2024-04-25T07:37:07.365" v="187" actId="1076"/>
          <ac:spMkLst>
            <pc:docMk/>
            <pc:sldMk cId="927076708" sldId="284"/>
            <ac:spMk id="3" creationId="{298BBFC6-A7D4-2607-6380-9C9618E19DB0}"/>
          </ac:spMkLst>
        </pc:spChg>
        <pc:spChg chg="add mod">
          <ac:chgData name="Trinh, Huyen T K" userId="9dc26fa2-b6aa-4b96-937d-c715f08c173e" providerId="ADAL" clId="{E86788E8-2315-2F44-A66C-7832B13379C2}" dt="2024-04-25T07:38:04.387" v="191" actId="14100"/>
          <ac:spMkLst>
            <pc:docMk/>
            <pc:sldMk cId="927076708" sldId="284"/>
            <ac:spMk id="4" creationId="{E4651FF9-6CC3-0C6A-D520-B4BECCFC13A7}"/>
          </ac:spMkLst>
        </pc:spChg>
        <pc:spChg chg="mod">
          <ac:chgData name="Trinh, Huyen T K" userId="9dc26fa2-b6aa-4b96-937d-c715f08c173e" providerId="ADAL" clId="{E86788E8-2315-2F44-A66C-7832B13379C2}" dt="2024-04-25T08:10:04.551" v="732" actId="20577"/>
          <ac:spMkLst>
            <pc:docMk/>
            <pc:sldMk cId="927076708" sldId="284"/>
            <ac:spMk id="45" creationId="{6E03AEF7-F58B-3F01-A25D-D18E1322142F}"/>
          </ac:spMkLst>
        </pc:spChg>
      </pc:sldChg>
      <pc:sldChg chg="addSp modSp add mod">
        <pc:chgData name="Trinh, Huyen T K" userId="9dc26fa2-b6aa-4b96-937d-c715f08c173e" providerId="ADAL" clId="{E86788E8-2315-2F44-A66C-7832B13379C2}" dt="2024-04-25T07:38:37.233" v="196" actId="1582"/>
        <pc:sldMkLst>
          <pc:docMk/>
          <pc:sldMk cId="1895153161" sldId="285"/>
        </pc:sldMkLst>
        <pc:spChg chg="add mod">
          <ac:chgData name="Trinh, Huyen T K" userId="9dc26fa2-b6aa-4b96-937d-c715f08c173e" providerId="ADAL" clId="{E86788E8-2315-2F44-A66C-7832B13379C2}" dt="2024-04-25T07:38:37.233" v="196" actId="1582"/>
          <ac:spMkLst>
            <pc:docMk/>
            <pc:sldMk cId="1895153161" sldId="285"/>
            <ac:spMk id="3" creationId="{A8339EFD-FB0C-245D-032E-0B1AE58DAC59}"/>
          </ac:spMkLst>
        </pc:spChg>
        <pc:spChg chg="mod">
          <ac:chgData name="Trinh, Huyen T K" userId="9dc26fa2-b6aa-4b96-937d-c715f08c173e" providerId="ADAL" clId="{E86788E8-2315-2F44-A66C-7832B13379C2}" dt="2024-04-25T07:29:01.909" v="42"/>
          <ac:spMkLst>
            <pc:docMk/>
            <pc:sldMk cId="1895153161" sldId="285"/>
            <ac:spMk id="45" creationId="{6E03AEF7-F58B-3F01-A25D-D18E1322142F}"/>
          </ac:spMkLst>
        </pc:spChg>
      </pc:sldChg>
      <pc:sldChg chg="addSp delSp modSp new mod setBg">
        <pc:chgData name="Trinh, Huyen T K" userId="9dc26fa2-b6aa-4b96-937d-c715f08c173e" providerId="ADAL" clId="{E86788E8-2315-2F44-A66C-7832B13379C2}" dt="2024-04-25T08:38:17.520" v="1008" actId="20577"/>
        <pc:sldMkLst>
          <pc:docMk/>
          <pc:sldMk cId="4267176713" sldId="286"/>
        </pc:sldMkLst>
        <pc:spChg chg="mod">
          <ac:chgData name="Trinh, Huyen T K" userId="9dc26fa2-b6aa-4b96-937d-c715f08c173e" providerId="ADAL" clId="{E86788E8-2315-2F44-A66C-7832B13379C2}" dt="2024-04-25T07:45:54.987" v="398" actId="26606"/>
          <ac:spMkLst>
            <pc:docMk/>
            <pc:sldMk cId="4267176713" sldId="286"/>
            <ac:spMk id="2" creationId="{EC9F5149-BED1-585C-934A-543BD98FD948}"/>
          </ac:spMkLst>
        </pc:spChg>
        <pc:spChg chg="add mod">
          <ac:chgData name="Trinh, Huyen T K" userId="9dc26fa2-b6aa-4b96-937d-c715f08c173e" providerId="ADAL" clId="{E86788E8-2315-2F44-A66C-7832B13379C2}" dt="2024-04-25T08:38:17.520" v="1008" actId="20577"/>
          <ac:spMkLst>
            <pc:docMk/>
            <pc:sldMk cId="4267176713" sldId="286"/>
            <ac:spMk id="3" creationId="{96DDBA86-8C5F-ED03-37DB-FC75C79DE460}"/>
          </ac:spMkLst>
        </pc:spChg>
        <pc:spChg chg="add">
          <ac:chgData name="Trinh, Huyen T K" userId="9dc26fa2-b6aa-4b96-937d-c715f08c173e" providerId="ADAL" clId="{E86788E8-2315-2F44-A66C-7832B13379C2}" dt="2024-04-25T07:45:54.987" v="398" actId="26606"/>
          <ac:spMkLst>
            <pc:docMk/>
            <pc:sldMk cId="4267176713" sldId="286"/>
            <ac:spMk id="9" creationId="{BD4C0BBB-0042-4603-A226-6117F3FD5B3C}"/>
          </ac:spMkLst>
        </pc:spChg>
        <pc:spChg chg="add">
          <ac:chgData name="Trinh, Huyen T K" userId="9dc26fa2-b6aa-4b96-937d-c715f08c173e" providerId="ADAL" clId="{E86788E8-2315-2F44-A66C-7832B13379C2}" dt="2024-04-25T07:45:54.987" v="398" actId="26606"/>
          <ac:spMkLst>
            <pc:docMk/>
            <pc:sldMk cId="4267176713" sldId="286"/>
            <ac:spMk id="11" creationId="{EC44F520-2598-460E-9F91-B02F60830CA2}"/>
          </ac:spMkLst>
        </pc:spChg>
        <pc:spChg chg="add">
          <ac:chgData name="Trinh, Huyen T K" userId="9dc26fa2-b6aa-4b96-937d-c715f08c173e" providerId="ADAL" clId="{E86788E8-2315-2F44-A66C-7832B13379C2}" dt="2024-04-25T07:45:54.987" v="398" actId="26606"/>
          <ac:spMkLst>
            <pc:docMk/>
            <pc:sldMk cId="4267176713" sldId="286"/>
            <ac:spMk id="13" creationId="{1DBC8414-BE7E-4B6C-A114-B2C3795C883F}"/>
          </ac:spMkLst>
        </pc:spChg>
        <pc:spChg chg="add">
          <ac:chgData name="Trinh, Huyen T K" userId="9dc26fa2-b6aa-4b96-937d-c715f08c173e" providerId="ADAL" clId="{E86788E8-2315-2F44-A66C-7832B13379C2}" dt="2024-04-25T07:45:54.987" v="398" actId="26606"/>
          <ac:spMkLst>
            <pc:docMk/>
            <pc:sldMk cId="4267176713" sldId="286"/>
            <ac:spMk id="15" creationId="{0EC398C5-5C2E-4038-9DB3-DE2B5A9BEFFB}"/>
          </ac:spMkLst>
        </pc:spChg>
        <pc:spChg chg="add">
          <ac:chgData name="Trinh, Huyen T K" userId="9dc26fa2-b6aa-4b96-937d-c715f08c173e" providerId="ADAL" clId="{E86788E8-2315-2F44-A66C-7832B13379C2}" dt="2024-04-25T07:45:54.987" v="398" actId="26606"/>
          <ac:spMkLst>
            <pc:docMk/>
            <pc:sldMk cId="4267176713" sldId="286"/>
            <ac:spMk id="17" creationId="{A2F10B26-073B-4B10-8AAA-161242DD82B0}"/>
          </ac:spMkLst>
        </pc:spChg>
        <pc:spChg chg="add">
          <ac:chgData name="Trinh, Huyen T K" userId="9dc26fa2-b6aa-4b96-937d-c715f08c173e" providerId="ADAL" clId="{E86788E8-2315-2F44-A66C-7832B13379C2}" dt="2024-04-25T07:45:54.987" v="398" actId="26606"/>
          <ac:spMkLst>
            <pc:docMk/>
            <pc:sldMk cId="4267176713" sldId="286"/>
            <ac:spMk id="19" creationId="{610DBBC7-698F-4A54-B1CB-A99F9CC356DF}"/>
          </ac:spMkLst>
        </pc:spChg>
        <pc:spChg chg="add">
          <ac:chgData name="Trinh, Huyen T K" userId="9dc26fa2-b6aa-4b96-937d-c715f08c173e" providerId="ADAL" clId="{E86788E8-2315-2F44-A66C-7832B13379C2}" dt="2024-04-25T07:45:54.987" v="398" actId="26606"/>
          <ac:spMkLst>
            <pc:docMk/>
            <pc:sldMk cId="4267176713" sldId="286"/>
            <ac:spMk id="21" creationId="{DE6E822A-8BCF-432C-83E6-BBE821476CD4}"/>
          </ac:spMkLst>
        </pc:spChg>
        <pc:picChg chg="add del mod">
          <ac:chgData name="Trinh, Huyen T K" userId="9dc26fa2-b6aa-4b96-937d-c715f08c173e" providerId="ADAL" clId="{E86788E8-2315-2F44-A66C-7832B13379C2}" dt="2024-04-25T07:46:33.713" v="705" actId="478"/>
          <ac:picMkLst>
            <pc:docMk/>
            <pc:sldMk cId="4267176713" sldId="286"/>
            <ac:picMk id="6" creationId="{EE08CEEA-FC6F-6725-9446-12A3020C218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4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3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3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86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9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8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3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8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0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Monday, June 16,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8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June 16,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9564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7" name="Rectangle 105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456773"/>
            <a:ext cx="12191999" cy="64008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2000">
                <a:schemeClr val="accent2">
                  <a:alpha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13000">
                <a:schemeClr val="accent2">
                  <a:alpha val="61000"/>
                </a:schemeClr>
              </a:gs>
              <a:gs pos="99000">
                <a:schemeClr val="accent4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B046C-84F0-FC51-FBE8-4733C1D11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918" y="1028700"/>
            <a:ext cx="10614211" cy="11527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chemeClr val="bg1"/>
                </a:solidFill>
              </a:rPr>
              <a:t>Keeping Your Renters Happy:</a:t>
            </a: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An Analysis of Airbnb Ratings &amp; Reviews</a:t>
            </a:r>
          </a:p>
        </p:txBody>
      </p:sp>
      <p:sp>
        <p:nvSpPr>
          <p:cNvPr id="1061" name="Freeform: Shape 1060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bg1">
                  <a:alpha val="1600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16349-B084-556A-E98A-8CCDB0DD0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518"/>
            <a:ext cx="9144000" cy="6096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chemeClr val="bg1"/>
                </a:solidFill>
              </a:rPr>
              <a:t>Eric Ngo &amp; Kaylee Trinh</a:t>
            </a:r>
          </a:p>
          <a:p>
            <a:pPr>
              <a:lnSpc>
                <a:spcPct val="140000"/>
              </a:lnSpc>
            </a:pPr>
            <a:r>
              <a:rPr lang="en-US" sz="1100">
                <a:solidFill>
                  <a:schemeClr val="bg1"/>
                </a:solidFill>
              </a:rPr>
              <a:t>BAIS 6100: Text Analytics</a:t>
            </a:r>
          </a:p>
        </p:txBody>
      </p:sp>
      <p:pic>
        <p:nvPicPr>
          <p:cNvPr id="1028" name="Picture 4" descr="airbnb reviews">
            <a:extLst>
              <a:ext uri="{FF2B5EF4-FFF2-40B4-BE49-F238E27FC236}">
                <a16:creationId xmlns:a16="http://schemas.microsoft.com/office/drawing/2014/main" id="{D0BA582C-0865-DFE7-B0ED-7C16096C7C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" t="3173" r="-78" b="16778"/>
          <a:stretch/>
        </p:blipFill>
        <p:spPr bwMode="auto">
          <a:xfrm>
            <a:off x="2336221" y="3351745"/>
            <a:ext cx="7519558" cy="3506255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8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DA2A-6BC2-796A-9042-231ECE6B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819D6-0C18-26D0-FCDE-AE2445829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influences the ratings &amp; reviews of customers on Airbnb?</a:t>
            </a:r>
          </a:p>
          <a:p>
            <a:r>
              <a:rPr lang="en-US" dirty="0"/>
              <a:t>What do they talk about when reviewing an Airbnb property?</a:t>
            </a:r>
          </a:p>
          <a:p>
            <a:r>
              <a:rPr lang="en-US" dirty="0"/>
              <a:t>How do these patterns differ across cities?</a:t>
            </a:r>
          </a:p>
        </p:txBody>
      </p:sp>
    </p:spTree>
    <p:extLst>
      <p:ext uri="{BB962C8B-B14F-4D97-AF65-F5344CB8AC3E}">
        <p14:creationId xmlns:p14="http://schemas.microsoft.com/office/powerpoint/2010/main" val="915740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7B9F-57D9-104C-A823-F186C14D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93623-3EA4-5E5E-8BDC-4CA9D9104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listing details &amp; reviews datasets: Bangkok &amp; San Francisco</a:t>
            </a:r>
          </a:p>
          <a:p>
            <a:r>
              <a:rPr lang="en-US" dirty="0"/>
              <a:t>~250,000 and ~350,000 reviews in each dataset</a:t>
            </a:r>
          </a:p>
          <a:p>
            <a:r>
              <a:rPr lang="en-US" dirty="0"/>
              <a:t>20 variables included, mainly focus on: host info, host info sentiment, host experience, super host, neighborhood description sentiment, price, number of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587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7DE2C2FD-E004-4D9F-8114-036DC61BD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DE843-7E94-CCB9-D352-3A1E6F92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288623"/>
            <a:ext cx="9556320" cy="1009523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Sentiment Trends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B80D983-B102-BEA5-F390-548B512824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1" r="380" b="-2"/>
          <a:stretch/>
        </p:blipFill>
        <p:spPr bwMode="auto">
          <a:xfrm>
            <a:off x="51483" y="1589832"/>
            <a:ext cx="6098278" cy="269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CF6CB34-2455-C95D-F019-123FF6593D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6" t="-205" r="302" b="-1"/>
          <a:stretch/>
        </p:blipFill>
        <p:spPr bwMode="auto">
          <a:xfrm>
            <a:off x="6207904" y="1588300"/>
            <a:ext cx="5925952" cy="270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0F011-5E25-4891-91E1-A1A1962A6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457700"/>
            <a:ext cx="9444121" cy="1406259"/>
          </a:xfrm>
        </p:spPr>
        <p:txBody>
          <a:bodyPr>
            <a:normAutofit/>
          </a:bodyPr>
          <a:lstStyle/>
          <a:p>
            <a:r>
              <a:rPr lang="en-US" sz="1400" dirty="0"/>
              <a:t>Relatively similar trends across 2 cities</a:t>
            </a:r>
          </a:p>
          <a:p>
            <a:r>
              <a:rPr lang="en-US" sz="1400" dirty="0"/>
              <a:t>SF generally higher (always above 0.8), while BK’s overall sentiment gradually decrease (to 0.7)</a:t>
            </a:r>
          </a:p>
          <a:p>
            <a:r>
              <a:rPr lang="en-US" sz="1400" dirty="0"/>
              <a:t>During 2 COVID years (2020 – 2022), the trend lines are thinner for BK, but less so for SF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FC204CD-18A5-4523-8283-B1288474E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95C168E-B52D-46FA-9CE0-8C2650473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0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299EF-E7D0-3159-4149-0B7BC821CE7D}"/>
              </a:ext>
            </a:extLst>
          </p:cNvPr>
          <p:cNvSpPr txBox="1"/>
          <p:nvPr/>
        </p:nvSpPr>
        <p:spPr>
          <a:xfrm>
            <a:off x="2728239" y="3632215"/>
            <a:ext cx="1001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Bangkok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C4F89C-55E3-3F40-7480-29A4EC29058B}"/>
              </a:ext>
            </a:extLst>
          </p:cNvPr>
          <p:cNvSpPr txBox="1"/>
          <p:nvPr/>
        </p:nvSpPr>
        <p:spPr>
          <a:xfrm>
            <a:off x="8528718" y="3632215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San Francisco</a:t>
            </a:r>
          </a:p>
        </p:txBody>
      </p:sp>
    </p:spTree>
    <p:extLst>
      <p:ext uri="{BB962C8B-B14F-4D97-AF65-F5344CB8AC3E}">
        <p14:creationId xmlns:p14="http://schemas.microsoft.com/office/powerpoint/2010/main" val="29238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7EFE17C2-4B57-4127-9C8C-815E0785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FCB9B-CEC2-164E-393B-1C54D3A4E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862" y="279677"/>
            <a:ext cx="10196276" cy="100514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Common Topics: Word Clouds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1A34E5D-342F-FC83-D853-14B1B0026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3449" y="1680425"/>
            <a:ext cx="3599182" cy="359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D1F2B4F-3FC1-FB68-265E-3DD794867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500" y="1680215"/>
            <a:ext cx="3599182" cy="359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7C2A-F62B-8CB2-5EF6-BE256AAC8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4399" y="1721021"/>
            <a:ext cx="2705101" cy="3897142"/>
          </a:xfrm>
        </p:spPr>
        <p:txBody>
          <a:bodyPr>
            <a:normAutofit/>
          </a:bodyPr>
          <a:lstStyle/>
          <a:p>
            <a:endParaRPr lang="en-US" sz="1400" dirty="0"/>
          </a:p>
          <a:p>
            <a:r>
              <a:rPr lang="en-US" sz="1400" dirty="0"/>
              <a:t>Similar trends for both Bangkok &amp; SF.</a:t>
            </a:r>
          </a:p>
          <a:p>
            <a:r>
              <a:rPr lang="en-US" sz="1400" dirty="0"/>
              <a:t>Unsurprising: Guests everywhere would prefer places that are clean, nice hosts, and at good locations.</a:t>
            </a:r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90A065D0-77D7-45EA-9B34-CCC05C0BF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8741"/>
            <a:ext cx="12192000" cy="449256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4DE3F0D2-9558-4A46-B430-A8661F048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8316"/>
            <a:ext cx="8153398" cy="449684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8000"/>
                </a:schemeClr>
              </a:gs>
              <a:gs pos="99000">
                <a:schemeClr val="accent2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4F485-DC8C-79C0-FFCD-ED7539085985}"/>
              </a:ext>
            </a:extLst>
          </p:cNvPr>
          <p:cNvSpPr txBox="1"/>
          <p:nvPr/>
        </p:nvSpPr>
        <p:spPr>
          <a:xfrm>
            <a:off x="2092077" y="5279397"/>
            <a:ext cx="1020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Bangkok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C804D-113D-07EC-A4DA-B68BD1CF9A93}"/>
              </a:ext>
            </a:extLst>
          </p:cNvPr>
          <p:cNvSpPr txBox="1"/>
          <p:nvPr/>
        </p:nvSpPr>
        <p:spPr>
          <a:xfrm>
            <a:off x="5764969" y="5279397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San Francisco</a:t>
            </a:r>
          </a:p>
        </p:txBody>
      </p:sp>
    </p:spTree>
    <p:extLst>
      <p:ext uri="{BB962C8B-B14F-4D97-AF65-F5344CB8AC3E}">
        <p14:creationId xmlns:p14="http://schemas.microsoft.com/office/powerpoint/2010/main" val="80308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04E292-5FAB-47E8-A663-A07530CED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0FF8ED-64CE-400C-A4D5-9F943FC26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868AD-100D-45F3-B11E-8A2936712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12191999" cy="6858000"/>
          </a:xfrm>
          <a:prstGeom prst="rect">
            <a:avLst/>
          </a:prstGeom>
          <a:gradFill>
            <a:gsLst>
              <a:gs pos="49000">
                <a:schemeClr val="accent5">
                  <a:alpha val="50000"/>
                </a:schemeClr>
              </a:gs>
              <a:gs pos="100000">
                <a:schemeClr val="accent2">
                  <a:alpha val="74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4742CC-05F9-44AC-AF98-AB6EF810E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0">
                <a:schemeClr val="accent2">
                  <a:alpha val="17000"/>
                </a:schemeClr>
              </a:gs>
              <a:gs pos="85000">
                <a:schemeClr val="accent4">
                  <a:alpha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3">
            <a:extLst>
              <a:ext uri="{FF2B5EF4-FFF2-40B4-BE49-F238E27FC236}">
                <a16:creationId xmlns:a16="http://schemas.microsoft.com/office/drawing/2014/main" id="{853C77DB-C7E3-4B1F-9AD0-1EB2982A8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460656" y="-2569189"/>
            <a:ext cx="5115722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accent4">
                  <a:lumMod val="60000"/>
                  <a:lumOff val="40000"/>
                  <a:alpha val="3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5A6CA-716F-D57D-CBE7-2311E8D1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04445"/>
            <a:ext cx="9144000" cy="2826182"/>
          </a:xfrm>
        </p:spPr>
        <p:txBody>
          <a:bodyPr vert="horz" lIns="0" tIns="0" rIns="0" bIns="0" rtlCol="0"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Common topics in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9519E-76F5-2D1B-6B70-1022CA6C9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22582" y="5369289"/>
            <a:ext cx="8138765" cy="756919"/>
          </a:xfrm>
        </p:spPr>
        <p:txBody>
          <a:bodyPr vert="horz" lIns="0" tIns="0" rIns="0" bIns="0" rtlCol="0" anchor="ctr">
            <a:normAutofit/>
          </a:bodyPr>
          <a:lstStyle/>
          <a:p>
            <a:pPr algn="ctr">
              <a:lnSpc>
                <a:spcPct val="15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95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pic>
        <p:nvPicPr>
          <p:cNvPr id="43" name="Content Placeholder 42" descr="A diagram of a network&#10;&#10;Description automatically generated">
            <a:extLst>
              <a:ext uri="{FF2B5EF4-FFF2-40B4-BE49-F238E27FC236}">
                <a16:creationId xmlns:a16="http://schemas.microsoft.com/office/drawing/2014/main" id="{FE86332F-4D7B-F765-4F00-7382444E1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857" y="94180"/>
            <a:ext cx="6669637" cy="6669637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3 Main Clusters.</a:t>
            </a:r>
          </a:p>
          <a:p>
            <a:r>
              <a:rPr lang="en-US" sz="1400" dirty="0">
                <a:solidFill>
                  <a:schemeClr val="bg1"/>
                </a:solidFill>
              </a:rPr>
              <a:t>Central Neighborhood: </a:t>
            </a:r>
            <a:r>
              <a:rPr lang="en-US" sz="1400" dirty="0" err="1">
                <a:solidFill>
                  <a:schemeClr val="bg1"/>
                </a:solidFill>
              </a:rPr>
              <a:t>Vadhana</a:t>
            </a:r>
            <a:r>
              <a:rPr lang="en-US" sz="1400" dirty="0">
                <a:solidFill>
                  <a:schemeClr val="bg1"/>
                </a:solidFill>
              </a:rPr>
              <a:t> &amp; Khlong Toei</a:t>
            </a:r>
          </a:p>
          <a:p>
            <a:pPr lvl="1"/>
            <a:r>
              <a:rPr lang="en-US" sz="1400" dirty="0" err="1">
                <a:solidFill>
                  <a:schemeClr val="bg1"/>
                </a:solidFill>
              </a:rPr>
              <a:t>Airbnbs</a:t>
            </a:r>
            <a:r>
              <a:rPr lang="en-US" sz="1400" dirty="0">
                <a:solidFill>
                  <a:schemeClr val="bg1"/>
                </a:solidFill>
              </a:rPr>
              <a:t> have good locations, many amenities, &amp; great hosts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Pools, view, comfortable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Restaurants, stations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Responsive, helpful, friendly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Most loved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Love, perfect, amazing, super</a:t>
            </a:r>
          </a:p>
          <a:p>
            <a:r>
              <a:rPr lang="en-US" sz="1400" dirty="0">
                <a:solidFill>
                  <a:schemeClr val="bg1"/>
                </a:solidFill>
              </a:rPr>
              <a:t>Good Neighborhoods: 4 Districts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Location, clean, good host</a:t>
            </a:r>
          </a:p>
          <a:p>
            <a:r>
              <a:rPr lang="en-US" sz="1400" dirty="0">
                <a:solidFill>
                  <a:schemeClr val="bg1"/>
                </a:solidFill>
              </a:rPr>
              <a:t>OK Neighborhoods: 3 Districts (Isolates)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DBC8C5-D5F3-58ED-1316-C2061750C648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Bangkok</a:t>
            </a:r>
          </a:p>
        </p:txBody>
      </p:sp>
    </p:spTree>
    <p:extLst>
      <p:ext uri="{BB962C8B-B14F-4D97-AF65-F5344CB8AC3E}">
        <p14:creationId xmlns:p14="http://schemas.microsoft.com/office/powerpoint/2010/main" val="94400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pic>
        <p:nvPicPr>
          <p:cNvPr id="43" name="Content Placeholder 42" descr="A diagram of a network&#10;&#10;Description automatically generated">
            <a:extLst>
              <a:ext uri="{FF2B5EF4-FFF2-40B4-BE49-F238E27FC236}">
                <a16:creationId xmlns:a16="http://schemas.microsoft.com/office/drawing/2014/main" id="{FE86332F-4D7B-F765-4F00-7382444E1D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03" y="79743"/>
            <a:ext cx="6698513" cy="6698513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3 Main Clusters.</a:t>
            </a:r>
          </a:p>
          <a:p>
            <a:r>
              <a:rPr lang="en-US" sz="1400" dirty="0">
                <a:solidFill>
                  <a:schemeClr val="bg1"/>
                </a:solidFill>
              </a:rPr>
              <a:t>Central Neighborhood: </a:t>
            </a:r>
            <a:r>
              <a:rPr lang="en-US" sz="1400" b="1" dirty="0" err="1">
                <a:solidFill>
                  <a:srgbClr val="FFFF00"/>
                </a:solidFill>
              </a:rPr>
              <a:t>Vadhana</a:t>
            </a:r>
            <a:r>
              <a:rPr lang="en-US" sz="1400" dirty="0">
                <a:solidFill>
                  <a:schemeClr val="bg1"/>
                </a:solidFill>
              </a:rPr>
              <a:t> &amp; </a:t>
            </a:r>
            <a:r>
              <a:rPr lang="en-US" sz="1400" b="1" dirty="0">
                <a:solidFill>
                  <a:srgbClr val="FFFF00"/>
                </a:solidFill>
              </a:rPr>
              <a:t>Khlong Toei</a:t>
            </a:r>
          </a:p>
          <a:p>
            <a:pPr lvl="1"/>
            <a:r>
              <a:rPr lang="en-US" sz="1400" dirty="0" err="1">
                <a:solidFill>
                  <a:schemeClr val="bg1"/>
                </a:solidFill>
              </a:rPr>
              <a:t>Airbnbs</a:t>
            </a:r>
            <a:r>
              <a:rPr lang="en-US" sz="1400" dirty="0">
                <a:solidFill>
                  <a:schemeClr val="bg1"/>
                </a:solidFill>
              </a:rPr>
              <a:t> have good locations, many amenities, &amp; great hosts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Pools, view, comfortable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Restaurants, stations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Responsive, helpful, friendly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Most loved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Love, perfect, amazing, super</a:t>
            </a:r>
          </a:p>
          <a:p>
            <a:r>
              <a:rPr lang="en-US" sz="1400" dirty="0">
                <a:solidFill>
                  <a:schemeClr val="bg1"/>
                </a:solidFill>
              </a:rPr>
              <a:t>Good Neighborhoods: 4 Districts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Location, clean, good host</a:t>
            </a:r>
          </a:p>
          <a:p>
            <a:r>
              <a:rPr lang="en-US" sz="1400" dirty="0">
                <a:solidFill>
                  <a:schemeClr val="bg1"/>
                </a:solidFill>
              </a:rPr>
              <a:t>OK Neighborhoods: 3 Districts (Isolates)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C733F3E-5319-3F70-0B79-CDA7D6499A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74055" y="1424539"/>
            <a:ext cx="375385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B9F663F-F9D8-0450-8055-FCE8B5DA1A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69710" y="1615735"/>
            <a:ext cx="375385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839C67DA-3898-433A-0A05-BB0BF646C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68845" y="2934478"/>
            <a:ext cx="722356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81962-AC20-05A5-4A4D-D7050702B748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Bangkok</a:t>
            </a:r>
          </a:p>
        </p:txBody>
      </p:sp>
    </p:spTree>
    <p:extLst>
      <p:ext uri="{BB962C8B-B14F-4D97-AF65-F5344CB8AC3E}">
        <p14:creationId xmlns:p14="http://schemas.microsoft.com/office/powerpoint/2010/main" val="287192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pic>
        <p:nvPicPr>
          <p:cNvPr id="43" name="Content Placeholder 42" descr="A diagram of a network&#10;&#10;Description automatically generated">
            <a:extLst>
              <a:ext uri="{FF2B5EF4-FFF2-40B4-BE49-F238E27FC236}">
                <a16:creationId xmlns:a16="http://schemas.microsoft.com/office/drawing/2014/main" id="{FE86332F-4D7B-F765-4F00-7382444E1D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03" y="55679"/>
            <a:ext cx="6727389" cy="6727389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3 Main Clusters.</a:t>
            </a:r>
          </a:p>
          <a:p>
            <a:r>
              <a:rPr lang="en-US" sz="1400" dirty="0">
                <a:solidFill>
                  <a:schemeClr val="bg1"/>
                </a:solidFill>
              </a:rPr>
              <a:t>Central Neighborhood: </a:t>
            </a:r>
            <a:r>
              <a:rPr lang="en-US" sz="1400" b="1" dirty="0" err="1">
                <a:solidFill>
                  <a:srgbClr val="FFFF00"/>
                </a:solidFill>
              </a:rPr>
              <a:t>Vadhana</a:t>
            </a:r>
            <a:r>
              <a:rPr lang="en-US" sz="1400" dirty="0">
                <a:solidFill>
                  <a:schemeClr val="bg1"/>
                </a:solidFill>
              </a:rPr>
              <a:t> &amp; </a:t>
            </a:r>
            <a:r>
              <a:rPr lang="en-US" sz="1400" b="1" dirty="0">
                <a:solidFill>
                  <a:srgbClr val="FFFF00"/>
                </a:solidFill>
              </a:rPr>
              <a:t>Khlong Toei</a:t>
            </a:r>
          </a:p>
          <a:p>
            <a:pPr lvl="1"/>
            <a:r>
              <a:rPr lang="en-US" sz="1400" dirty="0" err="1">
                <a:solidFill>
                  <a:schemeClr val="bg1"/>
                </a:solidFill>
              </a:rPr>
              <a:t>Airbnbs</a:t>
            </a:r>
            <a:r>
              <a:rPr lang="en-US" sz="1400" dirty="0">
                <a:solidFill>
                  <a:schemeClr val="bg1"/>
                </a:solidFill>
              </a:rPr>
              <a:t> have good locations, many amenities, &amp; great hosts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Pools, view, comfortable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Restaurants, stations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Responsive, helpful, friendly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Most loved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Love, perfect, amazing, super</a:t>
            </a:r>
          </a:p>
          <a:p>
            <a:r>
              <a:rPr lang="en-US" sz="1400" dirty="0">
                <a:solidFill>
                  <a:schemeClr val="bg1"/>
                </a:solidFill>
              </a:rPr>
              <a:t>Good Neighborhoods: 4 Districts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Location, clean, good host</a:t>
            </a:r>
          </a:p>
          <a:p>
            <a:r>
              <a:rPr lang="en-US" sz="1400" dirty="0">
                <a:solidFill>
                  <a:schemeClr val="bg1"/>
                </a:solidFill>
              </a:rPr>
              <a:t>OK Neighborhoods: 3 Districts (Isolates)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C733F3E-5319-3F70-0B79-CDA7D6499A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01738" y="2079056"/>
            <a:ext cx="687275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B9F663F-F9D8-0450-8055-FCE8B5DA1A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00153" y="1768909"/>
            <a:ext cx="687275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839C67DA-3898-433A-0A05-BB0BF646C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7428" y="2713799"/>
            <a:ext cx="462012" cy="531845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6673D024-B9F2-4FA9-3D1F-9091528EAE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34969" y="2685315"/>
            <a:ext cx="375385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45980-1F53-F5A9-1ADB-42B5F9401CAB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Bangkok</a:t>
            </a:r>
          </a:p>
        </p:txBody>
      </p:sp>
    </p:spTree>
    <p:extLst>
      <p:ext uri="{BB962C8B-B14F-4D97-AF65-F5344CB8AC3E}">
        <p14:creationId xmlns:p14="http://schemas.microsoft.com/office/powerpoint/2010/main" val="590678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pic>
        <p:nvPicPr>
          <p:cNvPr id="43" name="Content Placeholder 42" descr="A diagram of a network&#10;&#10;Description automatically generated">
            <a:extLst>
              <a:ext uri="{FF2B5EF4-FFF2-40B4-BE49-F238E27FC236}">
                <a16:creationId xmlns:a16="http://schemas.microsoft.com/office/drawing/2014/main" id="{FE86332F-4D7B-F765-4F00-7382444E1D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968" y="116356"/>
            <a:ext cx="6667844" cy="6667844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3 Main Clusters.</a:t>
            </a:r>
          </a:p>
          <a:p>
            <a:r>
              <a:rPr lang="en-US" sz="1400" dirty="0">
                <a:solidFill>
                  <a:schemeClr val="bg1"/>
                </a:solidFill>
              </a:rPr>
              <a:t>Central Neighborhood: </a:t>
            </a:r>
            <a:r>
              <a:rPr lang="en-US" sz="1400" b="1" dirty="0" err="1">
                <a:solidFill>
                  <a:srgbClr val="FFFF00"/>
                </a:solidFill>
              </a:rPr>
              <a:t>Vadhana</a:t>
            </a:r>
            <a:r>
              <a:rPr lang="en-US" sz="1400" dirty="0">
                <a:solidFill>
                  <a:schemeClr val="bg1"/>
                </a:solidFill>
              </a:rPr>
              <a:t> &amp; </a:t>
            </a:r>
            <a:r>
              <a:rPr lang="en-US" sz="1400" b="1" dirty="0">
                <a:solidFill>
                  <a:srgbClr val="FFFF00"/>
                </a:solidFill>
              </a:rPr>
              <a:t>Khlong Toei</a:t>
            </a:r>
          </a:p>
          <a:p>
            <a:pPr lvl="1"/>
            <a:r>
              <a:rPr lang="en-US" sz="1400" dirty="0" err="1">
                <a:solidFill>
                  <a:schemeClr val="bg1"/>
                </a:solidFill>
              </a:rPr>
              <a:t>Airbnbs</a:t>
            </a:r>
            <a:r>
              <a:rPr lang="en-US" sz="1400" dirty="0">
                <a:solidFill>
                  <a:schemeClr val="bg1"/>
                </a:solidFill>
              </a:rPr>
              <a:t> have good locations, many amenities, &amp; great hosts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Pools, view, comfortable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Restaurants, stations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Responsive, helpful, friendly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Most loved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Love, perfect, amazing, super</a:t>
            </a:r>
          </a:p>
          <a:p>
            <a:r>
              <a:rPr lang="en-US" sz="1400" dirty="0">
                <a:solidFill>
                  <a:schemeClr val="bg1"/>
                </a:solidFill>
              </a:rPr>
              <a:t>Good Neighborhoods: 4 Districts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Location, clean, good host</a:t>
            </a:r>
          </a:p>
          <a:p>
            <a:r>
              <a:rPr lang="en-US" sz="1400" dirty="0">
                <a:solidFill>
                  <a:schemeClr val="bg1"/>
                </a:solidFill>
              </a:rPr>
              <a:t>OK Neighborhoods: 3 Districts (Isolates)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C733F3E-5319-3F70-0B79-CDA7D6499A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96676" y="1324860"/>
            <a:ext cx="696630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B9F663F-F9D8-0450-8055-FCE8B5DA1A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38197" y="116355"/>
            <a:ext cx="587142" cy="361930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839C67DA-3898-433A-0A05-BB0BF646CA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25929" y="3667227"/>
            <a:ext cx="452387" cy="554550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7064A-4B65-9A62-4DDE-3F6A6888731E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Bangkok</a:t>
            </a:r>
          </a:p>
        </p:txBody>
      </p:sp>
    </p:spTree>
    <p:extLst>
      <p:ext uri="{BB962C8B-B14F-4D97-AF65-F5344CB8AC3E}">
        <p14:creationId xmlns:p14="http://schemas.microsoft.com/office/powerpoint/2010/main" val="102097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" y="681317"/>
            <a:ext cx="3445844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pic>
        <p:nvPicPr>
          <p:cNvPr id="43" name="Content Placeholder 42" descr="A diagram of a network&#10;&#10;Description automatically generated">
            <a:extLst>
              <a:ext uri="{FF2B5EF4-FFF2-40B4-BE49-F238E27FC236}">
                <a16:creationId xmlns:a16="http://schemas.microsoft.com/office/drawing/2014/main" id="{FE86332F-4D7B-F765-4F00-7382444E1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857" y="94180"/>
            <a:ext cx="6669637" cy="6669637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04261" y="1990764"/>
            <a:ext cx="3445844" cy="4500525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3 Main Clusters.</a:t>
            </a:r>
          </a:p>
          <a:p>
            <a:r>
              <a:rPr lang="en-US" sz="1400" dirty="0">
                <a:solidFill>
                  <a:schemeClr val="bg1"/>
                </a:solidFill>
              </a:rPr>
              <a:t>Central Neighborhood: </a:t>
            </a:r>
            <a:r>
              <a:rPr lang="en-US" sz="1400" dirty="0" err="1">
                <a:solidFill>
                  <a:schemeClr val="bg1"/>
                </a:solidFill>
              </a:rPr>
              <a:t>Vadhana</a:t>
            </a:r>
            <a:r>
              <a:rPr lang="en-US" sz="1400" dirty="0">
                <a:solidFill>
                  <a:schemeClr val="bg1"/>
                </a:solidFill>
              </a:rPr>
              <a:t> &amp; Khlong Toei</a:t>
            </a:r>
          </a:p>
          <a:p>
            <a:pPr lvl="1"/>
            <a:r>
              <a:rPr lang="en-US" sz="1400" dirty="0" err="1">
                <a:solidFill>
                  <a:schemeClr val="bg1"/>
                </a:solidFill>
              </a:rPr>
              <a:t>Airbnbs</a:t>
            </a:r>
            <a:r>
              <a:rPr lang="en-US" sz="1400" dirty="0">
                <a:solidFill>
                  <a:schemeClr val="bg1"/>
                </a:solidFill>
              </a:rPr>
              <a:t> have good locations, many amenities, &amp; great hosts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Pools, view, comfortable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Restaurants, stations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Responsive, helpful, friendly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Most loved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Love, perfect, amazing, super</a:t>
            </a:r>
          </a:p>
          <a:p>
            <a:r>
              <a:rPr lang="en-US" sz="1400" b="1" dirty="0">
                <a:solidFill>
                  <a:srgbClr val="FFFF00"/>
                </a:solidFill>
              </a:rPr>
              <a:t>Good Neighborhoods</a:t>
            </a:r>
            <a:r>
              <a:rPr lang="en-US" sz="1400" dirty="0">
                <a:solidFill>
                  <a:schemeClr val="bg1"/>
                </a:solidFill>
              </a:rPr>
              <a:t>: 4 Districts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Location, clean, good host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1 District Overlapping with Cluster 1</a:t>
            </a:r>
          </a:p>
          <a:p>
            <a:r>
              <a:rPr lang="en-US" sz="1400" dirty="0">
                <a:solidFill>
                  <a:schemeClr val="bg1"/>
                </a:solidFill>
              </a:rPr>
              <a:t>OK Neighborhoods: 3 Districts (Isolates)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E250019A-673D-8A5E-1374-FEC55EAA3310}"/>
              </a:ext>
            </a:extLst>
          </p:cNvPr>
          <p:cNvSpPr/>
          <p:nvPr/>
        </p:nvSpPr>
        <p:spPr>
          <a:xfrm>
            <a:off x="7363326" y="4081435"/>
            <a:ext cx="914399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D76B1-BD29-71C2-CCA7-020CF98F9FC9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Bangkok</a:t>
            </a:r>
          </a:p>
        </p:txBody>
      </p:sp>
    </p:spTree>
    <p:extLst>
      <p:ext uri="{BB962C8B-B14F-4D97-AF65-F5344CB8AC3E}">
        <p14:creationId xmlns:p14="http://schemas.microsoft.com/office/powerpoint/2010/main" val="351606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" y="681317"/>
            <a:ext cx="3445844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pic>
        <p:nvPicPr>
          <p:cNvPr id="43" name="Content Placeholder 42" descr="A diagram of a network&#10;&#10;Description automatically generated">
            <a:extLst>
              <a:ext uri="{FF2B5EF4-FFF2-40B4-BE49-F238E27FC236}">
                <a16:creationId xmlns:a16="http://schemas.microsoft.com/office/drawing/2014/main" id="{FE86332F-4D7B-F765-4F00-7382444E1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857" y="94180"/>
            <a:ext cx="6669637" cy="6669637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04261" y="1990764"/>
            <a:ext cx="3445844" cy="4500525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3 Main Clusters.</a:t>
            </a:r>
          </a:p>
          <a:p>
            <a:r>
              <a:rPr lang="en-US" sz="1400" dirty="0">
                <a:solidFill>
                  <a:schemeClr val="bg1"/>
                </a:solidFill>
              </a:rPr>
              <a:t>Central Neighborhood: </a:t>
            </a:r>
            <a:r>
              <a:rPr lang="en-US" sz="1400" dirty="0" err="1">
                <a:solidFill>
                  <a:schemeClr val="bg1"/>
                </a:solidFill>
              </a:rPr>
              <a:t>Vadhana</a:t>
            </a:r>
            <a:r>
              <a:rPr lang="en-US" sz="1400" dirty="0">
                <a:solidFill>
                  <a:schemeClr val="bg1"/>
                </a:solidFill>
              </a:rPr>
              <a:t> &amp; Khlong Toei</a:t>
            </a:r>
          </a:p>
          <a:p>
            <a:pPr lvl="1"/>
            <a:r>
              <a:rPr lang="en-US" sz="1400" dirty="0" err="1">
                <a:solidFill>
                  <a:schemeClr val="bg1"/>
                </a:solidFill>
              </a:rPr>
              <a:t>Airbnbs</a:t>
            </a:r>
            <a:r>
              <a:rPr lang="en-US" sz="1400" dirty="0">
                <a:solidFill>
                  <a:schemeClr val="bg1"/>
                </a:solidFill>
              </a:rPr>
              <a:t> have good locations, many amenities, &amp; great hosts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Pools, view, comfortable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Restaurants, stations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Responsive, helpful, friendly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Most loved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Love, perfect, amazing, super</a:t>
            </a:r>
          </a:p>
          <a:p>
            <a:r>
              <a:rPr lang="en-US" sz="1400" b="1" dirty="0">
                <a:solidFill>
                  <a:srgbClr val="FFFF00"/>
                </a:solidFill>
              </a:rPr>
              <a:t>Good Neighborhoods</a:t>
            </a:r>
            <a:r>
              <a:rPr lang="en-US" sz="1400" dirty="0">
                <a:solidFill>
                  <a:schemeClr val="bg1"/>
                </a:solidFill>
              </a:rPr>
              <a:t>: 4 Districts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Location, clean, good host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1 District Overlapping with Cluster 1</a:t>
            </a:r>
          </a:p>
          <a:p>
            <a:r>
              <a:rPr lang="en-US" sz="1400" dirty="0">
                <a:solidFill>
                  <a:schemeClr val="bg1"/>
                </a:solidFill>
              </a:rPr>
              <a:t>OK Neighborhoods: 3 Districts (Isolates)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E250019A-673D-8A5E-1374-FEC55EAA3310}"/>
              </a:ext>
            </a:extLst>
          </p:cNvPr>
          <p:cNvSpPr/>
          <p:nvPr/>
        </p:nvSpPr>
        <p:spPr>
          <a:xfrm>
            <a:off x="7363326" y="4081435"/>
            <a:ext cx="914399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D76B1-BD29-71C2-CCA7-020CF98F9FC9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Bangkok</a:t>
            </a:r>
          </a:p>
        </p:txBody>
      </p:sp>
      <p:pic>
        <p:nvPicPr>
          <p:cNvPr id="1026" name="Picture 2" descr="Remy from Ratatouille">
            <a:extLst>
              <a:ext uri="{FF2B5EF4-FFF2-40B4-BE49-F238E27FC236}">
                <a16:creationId xmlns:a16="http://schemas.microsoft.com/office/drawing/2014/main" id="{FF6C8F0B-1D2E-B7CE-C14E-3647801FE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89923">
            <a:off x="9693598" y="2037366"/>
            <a:ext cx="1601838" cy="247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0B46FC-896F-01D5-2B8A-79A8D3CB8353}"/>
              </a:ext>
            </a:extLst>
          </p:cNvPr>
          <p:cNvSpPr txBox="1"/>
          <p:nvPr/>
        </p:nvSpPr>
        <p:spPr>
          <a:xfrm>
            <a:off x="11269179" y="2752503"/>
            <a:ext cx="75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718380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pic>
        <p:nvPicPr>
          <p:cNvPr id="43" name="Content Placeholder 42" descr="A diagram of a network&#10;&#10;Description automatically generated">
            <a:extLst>
              <a:ext uri="{FF2B5EF4-FFF2-40B4-BE49-F238E27FC236}">
                <a16:creationId xmlns:a16="http://schemas.microsoft.com/office/drawing/2014/main" id="{FE86332F-4D7B-F765-4F00-7382444E1D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857" y="94180"/>
            <a:ext cx="6669637" cy="6669637"/>
          </a:xfrm>
          <a:prstGeom prst="rect">
            <a:avLst/>
          </a:prstGeom>
        </p:spPr>
      </p:pic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3 Main Clusters.</a:t>
            </a:r>
          </a:p>
          <a:p>
            <a:r>
              <a:rPr lang="en-US" sz="1400" dirty="0">
                <a:solidFill>
                  <a:schemeClr val="bg1"/>
                </a:solidFill>
              </a:rPr>
              <a:t>Central Neighborhood: </a:t>
            </a:r>
            <a:r>
              <a:rPr lang="en-US" sz="1400" dirty="0" err="1">
                <a:solidFill>
                  <a:schemeClr val="bg1"/>
                </a:solidFill>
              </a:rPr>
              <a:t>Vadhana</a:t>
            </a:r>
            <a:r>
              <a:rPr lang="en-US" sz="1400" dirty="0">
                <a:solidFill>
                  <a:schemeClr val="bg1"/>
                </a:solidFill>
              </a:rPr>
              <a:t> &amp; Khlong Toei</a:t>
            </a:r>
          </a:p>
          <a:p>
            <a:pPr lvl="1"/>
            <a:r>
              <a:rPr lang="en-US" sz="1400" dirty="0" err="1">
                <a:solidFill>
                  <a:schemeClr val="bg1"/>
                </a:solidFill>
              </a:rPr>
              <a:t>Airbnbs</a:t>
            </a:r>
            <a:r>
              <a:rPr lang="en-US" sz="1400" dirty="0">
                <a:solidFill>
                  <a:schemeClr val="bg1"/>
                </a:solidFill>
              </a:rPr>
              <a:t> have good locations, many amenities, &amp; great hosts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Pools, view, comfortable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Restaurants, stations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Responsive, helpful, friendly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Most loved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Love, perfect, amazing, super</a:t>
            </a:r>
          </a:p>
          <a:p>
            <a:r>
              <a:rPr lang="en-US" sz="1400" dirty="0">
                <a:solidFill>
                  <a:schemeClr val="bg1"/>
                </a:solidFill>
              </a:rPr>
              <a:t>Good Neighborhoods: 4 Districts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Location, clean, good host</a:t>
            </a:r>
          </a:p>
          <a:p>
            <a:r>
              <a:rPr lang="en-US" sz="1400" b="1" dirty="0">
                <a:solidFill>
                  <a:srgbClr val="FFFF00"/>
                </a:solidFill>
              </a:rPr>
              <a:t>OK Neighborhoods</a:t>
            </a:r>
            <a:r>
              <a:rPr lang="en-US" sz="1400" dirty="0">
                <a:solidFill>
                  <a:schemeClr val="bg1"/>
                </a:solidFill>
              </a:rPr>
              <a:t>: 3 Districts (Isolates)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A336FD9D-4CDE-5D45-1580-85780F996C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07554" y="5065989"/>
            <a:ext cx="506061" cy="564790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899DAA7C-FAB0-B91A-1525-E12CB5A515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90610" y="5402392"/>
            <a:ext cx="579917" cy="610186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EDBFBE3F-0D67-B07E-6209-BD74DDE665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88969" y="6346209"/>
            <a:ext cx="607231" cy="483511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4C4E2-1759-A040-BE81-862840A65F21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Bangkok</a:t>
            </a:r>
          </a:p>
        </p:txBody>
      </p:sp>
    </p:spTree>
    <p:extLst>
      <p:ext uri="{BB962C8B-B14F-4D97-AF65-F5344CB8AC3E}">
        <p14:creationId xmlns:p14="http://schemas.microsoft.com/office/powerpoint/2010/main" val="1884408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Downtown &amp; Financial District Neighborhood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Interactions with hotel staff</a:t>
            </a:r>
          </a:p>
          <a:p>
            <a:r>
              <a:rPr lang="en-US" sz="1400" dirty="0">
                <a:solidFill>
                  <a:schemeClr val="bg1"/>
                </a:solidFill>
              </a:rPr>
              <a:t>Nature lovers: Outer Richmond, Parkside, Outer Sunset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Golden gate bridge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Ocean/ beach</a:t>
            </a:r>
          </a:p>
          <a:p>
            <a:r>
              <a:rPr lang="en-US" sz="1400" dirty="0">
                <a:solidFill>
                  <a:schemeClr val="bg1"/>
                </a:solidFill>
              </a:rPr>
              <a:t>Close to Western Addition &amp; Mission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Good location, public transportation, bar</a:t>
            </a:r>
          </a:p>
          <a:p>
            <a:r>
              <a:rPr lang="en-US" sz="1400" dirty="0">
                <a:solidFill>
                  <a:schemeClr val="bg1"/>
                </a:solidFill>
              </a:rPr>
              <a:t>Shared sentiment: good for guests to explore the city </a:t>
            </a:r>
          </a:p>
        </p:txBody>
      </p:sp>
      <p:pic>
        <p:nvPicPr>
          <p:cNvPr id="8" name="Content Placeholder 24" descr="A map of cities with red and blue dots&#10;&#10;Description automatically generated">
            <a:extLst>
              <a:ext uri="{FF2B5EF4-FFF2-40B4-BE49-F238E27FC236}">
                <a16:creationId xmlns:a16="http://schemas.microsoft.com/office/drawing/2014/main" id="{BD10F2E9-1BE0-5650-31FF-924310A6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468" y="14287"/>
            <a:ext cx="7351872" cy="685800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46FD02-22D4-EFEF-989B-F0A5B3957FB6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San Francisco</a:t>
            </a:r>
          </a:p>
        </p:txBody>
      </p:sp>
    </p:spTree>
    <p:extLst>
      <p:ext uri="{BB962C8B-B14F-4D97-AF65-F5344CB8AC3E}">
        <p14:creationId xmlns:p14="http://schemas.microsoft.com/office/powerpoint/2010/main" val="1091023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FFFF00"/>
                </a:solidFill>
              </a:rPr>
              <a:t>Downtown &amp; Financial District Neighborhood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Interactions with </a:t>
            </a:r>
            <a:r>
              <a:rPr lang="en-US" sz="1400" dirty="0">
                <a:solidFill>
                  <a:srgbClr val="FFFF00"/>
                </a:solidFill>
              </a:rPr>
              <a:t>hotel staff</a:t>
            </a:r>
          </a:p>
          <a:p>
            <a:r>
              <a:rPr lang="en-US" sz="1400" dirty="0">
                <a:solidFill>
                  <a:schemeClr val="bg1"/>
                </a:solidFill>
              </a:rPr>
              <a:t>Nature lovers: Outer Richmond, Parkside, Outer Sunset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Golden gate bridge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Ocean/ beach</a:t>
            </a:r>
          </a:p>
          <a:p>
            <a:r>
              <a:rPr lang="en-US" sz="1400" dirty="0">
                <a:solidFill>
                  <a:schemeClr val="bg1"/>
                </a:solidFill>
              </a:rPr>
              <a:t>Close to Western Addition &amp; Mission: Fun night life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Good location, public transportation, bar</a:t>
            </a:r>
          </a:p>
          <a:p>
            <a:r>
              <a:rPr lang="en-US" sz="1400" dirty="0">
                <a:solidFill>
                  <a:schemeClr val="bg1"/>
                </a:solidFill>
              </a:rPr>
              <a:t>Shared sentiment: good for guests to explore the city 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" name="Content Placeholder 24" descr="A map of cities with red and blue dots&#10;&#10;Description automatically generated">
            <a:extLst>
              <a:ext uri="{FF2B5EF4-FFF2-40B4-BE49-F238E27FC236}">
                <a16:creationId xmlns:a16="http://schemas.microsoft.com/office/drawing/2014/main" id="{BD10F2E9-1BE0-5650-31FF-924310A6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468" y="14287"/>
            <a:ext cx="7351870" cy="68580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46FD02-22D4-EFEF-989B-F0A5B3957FB6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San Francisco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5FF13B92-56F8-D0BC-0186-0199EA00D189}"/>
              </a:ext>
            </a:extLst>
          </p:cNvPr>
          <p:cNvSpPr/>
          <p:nvPr/>
        </p:nvSpPr>
        <p:spPr>
          <a:xfrm>
            <a:off x="5912284" y="868309"/>
            <a:ext cx="726509" cy="732857"/>
          </a:xfrm>
          <a:prstGeom prst="diamond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EC5630F-C9B8-74F2-E596-E3E139BAC2AA}"/>
              </a:ext>
            </a:extLst>
          </p:cNvPr>
          <p:cNvSpPr/>
          <p:nvPr/>
        </p:nvSpPr>
        <p:spPr>
          <a:xfrm>
            <a:off x="5649289" y="1601166"/>
            <a:ext cx="638778" cy="603415"/>
          </a:xfrm>
          <a:prstGeom prst="diamond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31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Downtown &amp; Financial District Neighborhood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Interactions with hotel staff</a:t>
            </a:r>
          </a:p>
          <a:p>
            <a:r>
              <a:rPr lang="en-US" sz="1400" dirty="0">
                <a:solidFill>
                  <a:schemeClr val="bg1"/>
                </a:solidFill>
              </a:rPr>
              <a:t>Nature lovers: </a:t>
            </a:r>
            <a:r>
              <a:rPr lang="en-US" sz="1400" b="1" dirty="0">
                <a:solidFill>
                  <a:srgbClr val="FFFF00"/>
                </a:solidFill>
              </a:rPr>
              <a:t>Outer Richmond, Parkside, Outer Sunset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Golden gate bridge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Ocean/ beach</a:t>
            </a:r>
          </a:p>
          <a:p>
            <a:r>
              <a:rPr lang="en-US" sz="1400" dirty="0">
                <a:solidFill>
                  <a:schemeClr val="bg1"/>
                </a:solidFill>
              </a:rPr>
              <a:t>Close to Western Addition &amp; Mission: Fun night life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Good location, public transportation, bar</a:t>
            </a:r>
          </a:p>
          <a:p>
            <a:r>
              <a:rPr lang="en-US" sz="1400" dirty="0">
                <a:solidFill>
                  <a:schemeClr val="bg1"/>
                </a:solidFill>
              </a:rPr>
              <a:t>Shared sentiment: good for guests to explore the city 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" name="Content Placeholder 24" descr="A map of cities with red and blue dots&#10;&#10;Description automatically generated">
            <a:extLst>
              <a:ext uri="{FF2B5EF4-FFF2-40B4-BE49-F238E27FC236}">
                <a16:creationId xmlns:a16="http://schemas.microsoft.com/office/drawing/2014/main" id="{BD10F2E9-1BE0-5650-31FF-924310A6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362" y="14287"/>
            <a:ext cx="7351872" cy="685800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46FD02-22D4-EFEF-989B-F0A5B3957FB6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San Francisco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084B8CD5-AF69-D125-BEB8-CE63D3694E0E}"/>
              </a:ext>
            </a:extLst>
          </p:cNvPr>
          <p:cNvSpPr/>
          <p:nvPr/>
        </p:nvSpPr>
        <p:spPr>
          <a:xfrm>
            <a:off x="8350650" y="3443288"/>
            <a:ext cx="1281865" cy="732857"/>
          </a:xfrm>
          <a:prstGeom prst="diamond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1EF748B-0631-810D-0255-326BB9FF4254}"/>
              </a:ext>
            </a:extLst>
          </p:cNvPr>
          <p:cNvSpPr/>
          <p:nvPr/>
        </p:nvSpPr>
        <p:spPr>
          <a:xfrm>
            <a:off x="8416821" y="4164640"/>
            <a:ext cx="1149521" cy="731807"/>
          </a:xfrm>
          <a:prstGeom prst="diamond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52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Downtown &amp; Financial District Neighborhood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Interactions with hotel staff</a:t>
            </a:r>
          </a:p>
          <a:p>
            <a:r>
              <a:rPr lang="en-US" sz="1400" dirty="0">
                <a:solidFill>
                  <a:schemeClr val="bg1"/>
                </a:solidFill>
              </a:rPr>
              <a:t>Nature lovers: Outer Richmond, Parkside, Outer Sunset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Golden gate bridge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Ocean/ beach</a:t>
            </a:r>
          </a:p>
          <a:p>
            <a:r>
              <a:rPr lang="en-US" sz="1400" dirty="0">
                <a:solidFill>
                  <a:schemeClr val="bg1"/>
                </a:solidFill>
              </a:rPr>
              <a:t>Night/bar districts: Close to </a:t>
            </a:r>
            <a:r>
              <a:rPr lang="en-US" sz="1400" b="1" dirty="0">
                <a:solidFill>
                  <a:srgbClr val="FFFF00"/>
                </a:solidFill>
              </a:rPr>
              <a:t>Western Addition &amp; Mission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Good location, public transportation, light, bar</a:t>
            </a:r>
          </a:p>
          <a:p>
            <a:r>
              <a:rPr lang="en-US" sz="1400" dirty="0">
                <a:solidFill>
                  <a:schemeClr val="bg1"/>
                </a:solidFill>
              </a:rPr>
              <a:t>Shared sentiment: good for guests to explore the city 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" name="Content Placeholder 24" descr="A map of cities with red and blue dots&#10;&#10;Description automatically generated">
            <a:extLst>
              <a:ext uri="{FF2B5EF4-FFF2-40B4-BE49-F238E27FC236}">
                <a16:creationId xmlns:a16="http://schemas.microsoft.com/office/drawing/2014/main" id="{BD10F2E9-1BE0-5650-31FF-924310A6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468" y="14287"/>
            <a:ext cx="7351872" cy="685800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46FD02-22D4-EFEF-989B-F0A5B3957FB6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San Francisco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8BBFC6-A7D4-2607-6380-9C9618E19DB0}"/>
              </a:ext>
            </a:extLst>
          </p:cNvPr>
          <p:cNvSpPr/>
          <p:nvPr/>
        </p:nvSpPr>
        <p:spPr>
          <a:xfrm>
            <a:off x="5061768" y="5473916"/>
            <a:ext cx="1202499" cy="488515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4651FF9-6CC3-0C6A-D520-B4BECCFC13A7}"/>
              </a:ext>
            </a:extLst>
          </p:cNvPr>
          <p:cNvSpPr/>
          <p:nvPr/>
        </p:nvSpPr>
        <p:spPr>
          <a:xfrm>
            <a:off x="6579505" y="4546949"/>
            <a:ext cx="1449679" cy="5658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76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Topics by Neighborhood: Text Network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Downtown &amp; Financial District Neighborhood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Interactions with hotel staff</a:t>
            </a:r>
          </a:p>
          <a:p>
            <a:r>
              <a:rPr lang="en-US" sz="1400" dirty="0">
                <a:solidFill>
                  <a:schemeClr val="bg1"/>
                </a:solidFill>
              </a:rPr>
              <a:t>Nature lovers: Outer Richmond, Parkside, Outer Sunset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Golden gate bridge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Ocean/ beach</a:t>
            </a:r>
          </a:p>
          <a:p>
            <a:r>
              <a:rPr lang="en-US" sz="1400" dirty="0">
                <a:solidFill>
                  <a:schemeClr val="bg1"/>
                </a:solidFill>
              </a:rPr>
              <a:t>Night/bar districts: Close to Western Addition &amp; Mission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Good location, public transportation, bar</a:t>
            </a:r>
          </a:p>
          <a:p>
            <a:r>
              <a:rPr lang="en-US" sz="1400" b="1" dirty="0">
                <a:solidFill>
                  <a:srgbClr val="FFFF00"/>
                </a:solidFill>
              </a:rPr>
              <a:t>Shared sentiment</a:t>
            </a:r>
            <a:r>
              <a:rPr lang="en-US" sz="1400" dirty="0">
                <a:solidFill>
                  <a:schemeClr val="bg1"/>
                </a:solidFill>
              </a:rPr>
              <a:t>: good for guests to explore the city 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" name="Content Placeholder 24" descr="A map of cities with red and blue dots&#10;&#10;Description automatically generated">
            <a:extLst>
              <a:ext uri="{FF2B5EF4-FFF2-40B4-BE49-F238E27FC236}">
                <a16:creationId xmlns:a16="http://schemas.microsoft.com/office/drawing/2014/main" id="{BD10F2E9-1BE0-5650-31FF-924310A6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468" y="14287"/>
            <a:ext cx="7351872" cy="685800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46FD02-22D4-EFEF-989B-F0A5B3957FB6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San Francisco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8339EFD-FB0C-245D-032E-0B1AE58DAC59}"/>
              </a:ext>
            </a:extLst>
          </p:cNvPr>
          <p:cNvSpPr/>
          <p:nvPr/>
        </p:nvSpPr>
        <p:spPr>
          <a:xfrm>
            <a:off x="7058403" y="5285984"/>
            <a:ext cx="2329841" cy="1114815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53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04E292-5FAB-47E8-A663-A07530CED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0FF8ED-64CE-400C-A4D5-9F943FC26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868AD-100D-45F3-B11E-8A2936712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12191999" cy="6858000"/>
          </a:xfrm>
          <a:prstGeom prst="rect">
            <a:avLst/>
          </a:prstGeom>
          <a:gradFill>
            <a:gsLst>
              <a:gs pos="49000">
                <a:schemeClr val="accent5">
                  <a:alpha val="50000"/>
                </a:schemeClr>
              </a:gs>
              <a:gs pos="100000">
                <a:schemeClr val="accent2">
                  <a:alpha val="74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4742CC-05F9-44AC-AF98-AB6EF810E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0">
                <a:schemeClr val="accent2">
                  <a:alpha val="17000"/>
                </a:schemeClr>
              </a:gs>
              <a:gs pos="85000">
                <a:schemeClr val="accent4">
                  <a:alpha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3">
            <a:extLst>
              <a:ext uri="{FF2B5EF4-FFF2-40B4-BE49-F238E27FC236}">
                <a16:creationId xmlns:a16="http://schemas.microsoft.com/office/drawing/2014/main" id="{853C77DB-C7E3-4B1F-9AD0-1EB2982A8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460656" y="-2569189"/>
            <a:ext cx="5115722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accent4">
                  <a:lumMod val="60000"/>
                  <a:lumOff val="40000"/>
                  <a:alpha val="3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BBBFA-3918-EA84-72D3-9024C5F7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04445"/>
            <a:ext cx="9144000" cy="2826182"/>
          </a:xfrm>
        </p:spPr>
        <p:txBody>
          <a:bodyPr vert="horz" lIns="0" tIns="0" rIns="0" bIns="0" rtlCol="0"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Common topics in </a:t>
            </a:r>
            <a:r>
              <a:rPr lang="en-US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negative</a:t>
            </a:r>
            <a:r>
              <a:rPr lang="en-US" dirty="0">
                <a:solidFill>
                  <a:schemeClr val="bg1"/>
                </a:solidFill>
              </a:rPr>
              <a:t>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F716C-E700-3613-9CF9-F0A5D3DE7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26616" y="3388177"/>
            <a:ext cx="8138765" cy="756919"/>
          </a:xfrm>
        </p:spPr>
        <p:txBody>
          <a:bodyPr vert="horz" lIns="0" tIns="0" rIns="0" bIns="0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bg1"/>
                </a:solidFill>
              </a:rPr>
              <a:t>5000 comments w/ lowest Vader score</a:t>
            </a:r>
          </a:p>
        </p:txBody>
      </p:sp>
    </p:spTree>
    <p:extLst>
      <p:ext uri="{BB962C8B-B14F-4D97-AF65-F5344CB8AC3E}">
        <p14:creationId xmlns:p14="http://schemas.microsoft.com/office/powerpoint/2010/main" val="295600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Most Negative Topics: Text Network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5005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The 2 central districts also receive most complaints.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Unclean, dirty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Smell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Ratchathewi</a:t>
            </a:r>
            <a:r>
              <a:rPr lang="en-US" sz="1400" dirty="0">
                <a:solidFill>
                  <a:schemeClr val="bg1"/>
                </a:solidFill>
              </a:rPr>
              <a:t> also have complaints about cleanliness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Phra Khanong (an OK neighborhood) sometimes gets negative reviews about hosts.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4" name="Content Placeholder 13" descr="A network of dots and lines&#10;&#10;Description automatically generated with medium confidence">
            <a:extLst>
              <a:ext uri="{FF2B5EF4-FFF2-40B4-BE49-F238E27FC236}">
                <a16:creationId xmlns:a16="http://schemas.microsoft.com/office/drawing/2014/main" id="{739247CE-2549-E8FE-734C-965E92D00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319" y="103604"/>
            <a:ext cx="6650792" cy="6650792"/>
          </a:xfrm>
        </p:spPr>
      </p:pic>
      <p:sp>
        <p:nvSpPr>
          <p:cNvPr id="3" name="Diamond 2">
            <a:extLst>
              <a:ext uri="{FF2B5EF4-FFF2-40B4-BE49-F238E27FC236}">
                <a16:creationId xmlns:a16="http://schemas.microsoft.com/office/drawing/2014/main" id="{E245B4B0-C700-30DF-3B0F-BCF536F4FCAA}"/>
              </a:ext>
            </a:extLst>
          </p:cNvPr>
          <p:cNvSpPr/>
          <p:nvPr/>
        </p:nvSpPr>
        <p:spPr>
          <a:xfrm>
            <a:off x="8412481" y="1331386"/>
            <a:ext cx="462012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03CB69BA-75BF-C2DF-D440-53B2116B20A3}"/>
              </a:ext>
            </a:extLst>
          </p:cNvPr>
          <p:cNvSpPr/>
          <p:nvPr/>
        </p:nvSpPr>
        <p:spPr>
          <a:xfrm>
            <a:off x="6880460" y="2944717"/>
            <a:ext cx="462012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1B2B5520-12CD-7F0A-05B1-9391C37D866C}"/>
              </a:ext>
            </a:extLst>
          </p:cNvPr>
          <p:cNvSpPr/>
          <p:nvPr/>
        </p:nvSpPr>
        <p:spPr>
          <a:xfrm>
            <a:off x="8324250" y="3866092"/>
            <a:ext cx="462012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CDDFF8ED-3C44-2142-7C18-6862454F6C2D}"/>
              </a:ext>
            </a:extLst>
          </p:cNvPr>
          <p:cNvSpPr/>
          <p:nvPr/>
        </p:nvSpPr>
        <p:spPr>
          <a:xfrm>
            <a:off x="10730565" y="2167179"/>
            <a:ext cx="462012" cy="456774"/>
          </a:xfrm>
          <a:prstGeom prst="diamond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577A56-0750-442B-43AB-6FCA8326456C}"/>
              </a:ext>
            </a:extLst>
          </p:cNvPr>
          <p:cNvSpPr txBox="1"/>
          <p:nvPr/>
        </p:nvSpPr>
        <p:spPr>
          <a:xfrm>
            <a:off x="4231864" y="27865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Bangkok</a:t>
            </a:r>
          </a:p>
        </p:txBody>
      </p:sp>
    </p:spTree>
    <p:extLst>
      <p:ext uri="{BB962C8B-B14F-4D97-AF65-F5344CB8AC3E}">
        <p14:creationId xmlns:p14="http://schemas.microsoft.com/office/powerpoint/2010/main" val="3893923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1537C-F1A8-C69E-D7C8-9EBD3E85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1106843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1500" spc="750" dirty="0">
                <a:solidFill>
                  <a:schemeClr val="bg1"/>
                </a:solidFill>
              </a:rPr>
              <a:t>Most Negative Topics: Text Network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6E03AEF7-F58B-3F01-A25D-D18E1322142F}"/>
              </a:ext>
            </a:extLst>
          </p:cNvPr>
          <p:cNvSpPr txBox="1">
            <a:spLocks/>
          </p:cNvSpPr>
          <p:nvPr/>
        </p:nvSpPr>
        <p:spPr>
          <a:xfrm>
            <a:off x="474243" y="1990764"/>
            <a:ext cx="3236613" cy="42244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Mainly from the </a:t>
            </a:r>
            <a:r>
              <a:rPr lang="en-US" sz="1400" i="1" u="sng" dirty="0">
                <a:solidFill>
                  <a:schemeClr val="bg1"/>
                </a:solidFill>
              </a:rPr>
              <a:t>Downtown/ Civic Center</a:t>
            </a:r>
            <a:r>
              <a:rPr lang="en-US" sz="1400" dirty="0">
                <a:solidFill>
                  <a:schemeClr val="bg1"/>
                </a:solidFill>
              </a:rPr>
              <a:t> area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loud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homeless, unsafe</a:t>
            </a:r>
          </a:p>
          <a:p>
            <a:r>
              <a:rPr lang="en-US" sz="1400" dirty="0">
                <a:solidFill>
                  <a:schemeClr val="bg1"/>
                </a:solidFill>
              </a:rPr>
              <a:t>Some complaints about stain, towel in other areas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lvl="2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9" name="Content Placeholder 14" descr="A network of different cities&#10;&#10;Description automatically generated with medium confidence">
            <a:extLst>
              <a:ext uri="{FF2B5EF4-FFF2-40B4-BE49-F238E27FC236}">
                <a16:creationId xmlns:a16="http://schemas.microsoft.com/office/drawing/2014/main" id="{BEC64DF5-5E8F-D693-4FDC-26C505EFB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554" y="0"/>
            <a:ext cx="7212731" cy="685800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81D3AB-F1A3-DB3A-F794-F80113E9C0C5}"/>
              </a:ext>
            </a:extLst>
          </p:cNvPr>
          <p:cNvSpPr txBox="1"/>
          <p:nvPr/>
        </p:nvSpPr>
        <p:spPr>
          <a:xfrm>
            <a:off x="10074109" y="281207"/>
            <a:ext cx="1954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San Francisco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A51089-F82C-4048-DD9F-A1BDA225C9C5}"/>
              </a:ext>
            </a:extLst>
          </p:cNvPr>
          <p:cNvSpPr/>
          <p:nvPr/>
        </p:nvSpPr>
        <p:spPr>
          <a:xfrm>
            <a:off x="5220555" y="2196591"/>
            <a:ext cx="2116899" cy="1136736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2FD67536-C86C-E70E-7D19-A8C202AA33BF}"/>
              </a:ext>
            </a:extLst>
          </p:cNvPr>
          <p:cNvSpPr/>
          <p:nvPr/>
        </p:nvSpPr>
        <p:spPr>
          <a:xfrm>
            <a:off x="5689432" y="4241026"/>
            <a:ext cx="630614" cy="468760"/>
          </a:xfrm>
          <a:prstGeom prst="diamond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83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04E292-5FAB-47E8-A663-A07530CED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0FF8ED-64CE-400C-A4D5-9F943FC26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868AD-100D-45F3-B11E-8A2936712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12191999" cy="6858000"/>
          </a:xfrm>
          <a:prstGeom prst="rect">
            <a:avLst/>
          </a:prstGeom>
          <a:gradFill>
            <a:gsLst>
              <a:gs pos="49000">
                <a:schemeClr val="accent5">
                  <a:alpha val="50000"/>
                </a:schemeClr>
              </a:gs>
              <a:gs pos="100000">
                <a:schemeClr val="accent2">
                  <a:alpha val="74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4742CC-05F9-44AC-AF98-AB6EF810E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0">
                <a:schemeClr val="accent2">
                  <a:alpha val="17000"/>
                </a:schemeClr>
              </a:gs>
              <a:gs pos="85000">
                <a:schemeClr val="accent4">
                  <a:alpha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3">
            <a:extLst>
              <a:ext uri="{FF2B5EF4-FFF2-40B4-BE49-F238E27FC236}">
                <a16:creationId xmlns:a16="http://schemas.microsoft.com/office/drawing/2014/main" id="{853C77DB-C7E3-4B1F-9AD0-1EB2982A8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460656" y="-2569189"/>
            <a:ext cx="5115722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accent4">
                  <a:lumMod val="60000"/>
                  <a:lumOff val="40000"/>
                  <a:alpha val="37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BBBFA-3918-EA84-72D3-9024C5F7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45533"/>
            <a:ext cx="9144000" cy="2826182"/>
          </a:xfrm>
        </p:spPr>
        <p:txBody>
          <a:bodyPr vert="horz" lIns="0" tIns="0" rIns="0" bIns="0" rtlCol="0"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Regression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F716C-E700-3613-9CF9-F0A5D3DE7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22582" y="5369289"/>
            <a:ext cx="8138765" cy="756919"/>
          </a:xfrm>
        </p:spPr>
        <p:txBody>
          <a:bodyPr vert="horz" lIns="0" tIns="0" rIns="0" bIns="0" rtlCol="0" anchor="ctr">
            <a:normAutofit/>
          </a:bodyPr>
          <a:lstStyle/>
          <a:p>
            <a:pPr algn="ctr">
              <a:lnSpc>
                <a:spcPct val="15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740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D0F2-C1AB-01F9-08A2-8972AD18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31313"/>
            <a:ext cx="10241280" cy="1234440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Analysis: Simultaneous Equations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28B792-DAC6-109E-9AAF-549DF6E3D1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2016010"/>
                <a:ext cx="10241280" cy="418121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b="0" u="sng" dirty="0">
                    <a:latin typeface="Cambria Math" panose="02040503050406030204" pitchFamily="18" charset="0"/>
                  </a:rPr>
                  <a:t>Seemingly Unrelated Regression</a:t>
                </a:r>
                <a:r>
                  <a:rPr lang="en-US" sz="2400" b="0" i="1" dirty="0">
                    <a:latin typeface="Cambria Math" panose="020405030504060302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Numeric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Rating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Xβ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200"/>
                  </a:spcBef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Review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Sentiment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Xβ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Numeric Rating</a:t>
                </a:r>
                <a:r>
                  <a:rPr lang="en-US" dirty="0"/>
                  <a:t>: 0 – 5 </a:t>
                </a:r>
              </a:p>
              <a:p>
                <a:r>
                  <a:rPr lang="en-US" b="1" dirty="0"/>
                  <a:t>Review Sentiment</a:t>
                </a:r>
                <a:r>
                  <a:rPr lang="en-US" dirty="0"/>
                  <a:t>: VADER (0 – 1)</a:t>
                </a:r>
              </a:p>
              <a:p>
                <a:r>
                  <a:rPr lang="en-US" b="1" dirty="0"/>
                  <a:t>X</a:t>
                </a:r>
                <a:r>
                  <a:rPr lang="en-US" dirty="0"/>
                  <a:t>: Independent 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𝛆</m:t>
                        </m:r>
                      </m:e>
                      <m:sub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: Error terms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28B792-DAC6-109E-9AAF-549DF6E3D1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2016010"/>
                <a:ext cx="10241280" cy="4181214"/>
              </a:xfrm>
              <a:blipFill>
                <a:blip r:embed="rId2"/>
                <a:stretch>
                  <a:fillRect l="-1786" t="-2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6D7EA1DE-05E5-181D-A23B-3DCFF0CF6FA3}"/>
              </a:ext>
            </a:extLst>
          </p:cNvPr>
          <p:cNvSpPr/>
          <p:nvPr/>
        </p:nvSpPr>
        <p:spPr>
          <a:xfrm>
            <a:off x="8152595" y="2393562"/>
            <a:ext cx="519765" cy="500514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112029-C5B1-8974-9660-F872D023DFCD}"/>
              </a:ext>
            </a:extLst>
          </p:cNvPr>
          <p:cNvSpPr/>
          <p:nvPr/>
        </p:nvSpPr>
        <p:spPr>
          <a:xfrm>
            <a:off x="8412478" y="3290878"/>
            <a:ext cx="519765" cy="500514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B43BACA6-9257-1418-C881-93490C8FD28A}"/>
              </a:ext>
            </a:extLst>
          </p:cNvPr>
          <p:cNvCxnSpPr>
            <a:stCxn id="12" idx="6"/>
            <a:endCxn id="13" idx="6"/>
          </p:cNvCxnSpPr>
          <p:nvPr/>
        </p:nvCxnSpPr>
        <p:spPr>
          <a:xfrm>
            <a:off x="8672360" y="2643819"/>
            <a:ext cx="259883" cy="897316"/>
          </a:xfrm>
          <a:prstGeom prst="curvedConnector3">
            <a:avLst>
              <a:gd name="adj1" fmla="val 187963"/>
            </a:avLst>
          </a:prstGeom>
          <a:ln w="19050">
            <a:solidFill>
              <a:schemeClr val="accent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077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EAEA9B-2E1C-4FAD-8BCE-BCDAA88A0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DDDDE9-F719-466E-8023-442157AD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5839"/>
            <a:ext cx="12203210" cy="1594273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F77F6-77CF-46C0-AC00-152962613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9" y="-15839"/>
            <a:ext cx="8126510" cy="1594273"/>
          </a:xfrm>
          <a:prstGeom prst="rect">
            <a:avLst/>
          </a:prstGeom>
          <a:gradFill>
            <a:gsLst>
              <a:gs pos="0">
                <a:schemeClr val="accent5">
                  <a:alpha val="17000"/>
                </a:schemeClr>
              </a:gs>
              <a:gs pos="99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D6D53-7DE2-4564-9C40-9B261437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5440" y="-3031424"/>
            <a:ext cx="1594275" cy="7625444"/>
          </a:xfrm>
          <a:prstGeom prst="rect">
            <a:avLst/>
          </a:prstGeom>
          <a:gradFill>
            <a:gsLst>
              <a:gs pos="23000">
                <a:schemeClr val="accent4">
                  <a:alpha val="0"/>
                </a:schemeClr>
              </a:gs>
              <a:gs pos="99000">
                <a:schemeClr val="accent6">
                  <a:alpha val="59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16960-4DBB-2180-6E50-991B63B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322729"/>
            <a:ext cx="6717553" cy="992096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spc="750">
                <a:solidFill>
                  <a:schemeClr val="bg1"/>
                </a:solidFill>
              </a:rPr>
              <a:t>Regression Analysis: Simultaneous Equations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736E128C-0408-EAB7-C83B-FA9EE4769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2571" r="1764" b="4596"/>
          <a:stretch/>
        </p:blipFill>
        <p:spPr>
          <a:xfrm>
            <a:off x="64102" y="2207239"/>
            <a:ext cx="5971004" cy="3929949"/>
          </a:xfrm>
          <a:prstGeom prst="rect">
            <a:avLst/>
          </a:prstGeom>
        </p:spPr>
      </p:pic>
      <p:pic>
        <p:nvPicPr>
          <p:cNvPr id="5" name="Content Placeholder 4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18EA0269-B9D7-3A8D-2B0D-32F159807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 t="2571" r="1633" b="4596"/>
          <a:stretch/>
        </p:blipFill>
        <p:spPr>
          <a:xfrm>
            <a:off x="6156896" y="2207240"/>
            <a:ext cx="5971003" cy="392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C47E72-4264-92AA-314B-44A5C5F04126}"/>
              </a:ext>
            </a:extLst>
          </p:cNvPr>
          <p:cNvSpPr txBox="1"/>
          <p:nvPr/>
        </p:nvSpPr>
        <p:spPr>
          <a:xfrm>
            <a:off x="3290250" y="1868258"/>
            <a:ext cx="1001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Bangkok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9891A-B856-E8B9-2FDF-A44C6499165C}"/>
              </a:ext>
            </a:extLst>
          </p:cNvPr>
          <p:cNvSpPr txBox="1"/>
          <p:nvPr/>
        </p:nvSpPr>
        <p:spPr>
          <a:xfrm>
            <a:off x="9142397" y="1869215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San Francisco</a:t>
            </a:r>
          </a:p>
        </p:txBody>
      </p:sp>
    </p:spTree>
    <p:extLst>
      <p:ext uri="{BB962C8B-B14F-4D97-AF65-F5344CB8AC3E}">
        <p14:creationId xmlns:p14="http://schemas.microsoft.com/office/powerpoint/2010/main" val="963415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EAEA9B-2E1C-4FAD-8BCE-BCDAA88A0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DDDDE9-F719-466E-8023-442157AD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5839"/>
            <a:ext cx="12203210" cy="1594273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F77F6-77CF-46C0-AC00-152962613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9" y="-15839"/>
            <a:ext cx="8126510" cy="1594273"/>
          </a:xfrm>
          <a:prstGeom prst="rect">
            <a:avLst/>
          </a:prstGeom>
          <a:gradFill>
            <a:gsLst>
              <a:gs pos="0">
                <a:schemeClr val="accent5">
                  <a:alpha val="17000"/>
                </a:schemeClr>
              </a:gs>
              <a:gs pos="99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D6D53-7DE2-4564-9C40-9B261437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5440" y="-3031424"/>
            <a:ext cx="1594275" cy="7625444"/>
          </a:xfrm>
          <a:prstGeom prst="rect">
            <a:avLst/>
          </a:prstGeom>
          <a:gradFill>
            <a:gsLst>
              <a:gs pos="23000">
                <a:schemeClr val="accent4">
                  <a:alpha val="0"/>
                </a:schemeClr>
              </a:gs>
              <a:gs pos="99000">
                <a:schemeClr val="accent6">
                  <a:alpha val="59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16960-4DBB-2180-6E50-991B63B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322729"/>
            <a:ext cx="6717553" cy="992096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spc="750">
                <a:solidFill>
                  <a:schemeClr val="bg1"/>
                </a:solidFill>
              </a:rPr>
              <a:t>Regression Analysis: Simultaneous Equations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736E128C-0408-EAB7-C83B-FA9EE4769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2571" r="1764" b="4596"/>
          <a:stretch/>
        </p:blipFill>
        <p:spPr>
          <a:xfrm>
            <a:off x="64102" y="2207239"/>
            <a:ext cx="5971004" cy="3929949"/>
          </a:xfrm>
          <a:prstGeom prst="rect">
            <a:avLst/>
          </a:prstGeom>
        </p:spPr>
      </p:pic>
      <p:pic>
        <p:nvPicPr>
          <p:cNvPr id="5" name="Content Placeholder 4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18EA0269-B9D7-3A8D-2B0D-32F159807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 t="2571" r="1633" b="4596"/>
          <a:stretch/>
        </p:blipFill>
        <p:spPr>
          <a:xfrm>
            <a:off x="6156896" y="2207240"/>
            <a:ext cx="5971003" cy="392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C47E72-4264-92AA-314B-44A5C5F04126}"/>
              </a:ext>
            </a:extLst>
          </p:cNvPr>
          <p:cNvSpPr txBox="1"/>
          <p:nvPr/>
        </p:nvSpPr>
        <p:spPr>
          <a:xfrm>
            <a:off x="3290250" y="1868258"/>
            <a:ext cx="1001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Bangkok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9891A-B856-E8B9-2FDF-A44C6499165C}"/>
              </a:ext>
            </a:extLst>
          </p:cNvPr>
          <p:cNvSpPr txBox="1"/>
          <p:nvPr/>
        </p:nvSpPr>
        <p:spPr>
          <a:xfrm>
            <a:off x="9142397" y="1869215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San Francisco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A439D8-468A-7002-705E-758752EBA6BB}"/>
              </a:ext>
            </a:extLst>
          </p:cNvPr>
          <p:cNvSpPr/>
          <p:nvPr/>
        </p:nvSpPr>
        <p:spPr>
          <a:xfrm>
            <a:off x="121791" y="2415941"/>
            <a:ext cx="5971003" cy="346510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9F2056-1CC3-B880-7366-10FC4A199FB6}"/>
              </a:ext>
            </a:extLst>
          </p:cNvPr>
          <p:cNvSpPr/>
          <p:nvPr/>
        </p:nvSpPr>
        <p:spPr>
          <a:xfrm>
            <a:off x="6187358" y="2415941"/>
            <a:ext cx="5971003" cy="346510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08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EAEA9B-2E1C-4FAD-8BCE-BCDAA88A0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DDDDE9-F719-466E-8023-442157AD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5839"/>
            <a:ext cx="12203210" cy="1594273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F77F6-77CF-46C0-AC00-152962613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9" y="-15839"/>
            <a:ext cx="8126510" cy="1594273"/>
          </a:xfrm>
          <a:prstGeom prst="rect">
            <a:avLst/>
          </a:prstGeom>
          <a:gradFill>
            <a:gsLst>
              <a:gs pos="0">
                <a:schemeClr val="accent5">
                  <a:alpha val="17000"/>
                </a:schemeClr>
              </a:gs>
              <a:gs pos="99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D6D53-7DE2-4564-9C40-9B261437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5440" y="-3031424"/>
            <a:ext cx="1594275" cy="7625444"/>
          </a:xfrm>
          <a:prstGeom prst="rect">
            <a:avLst/>
          </a:prstGeom>
          <a:gradFill>
            <a:gsLst>
              <a:gs pos="23000">
                <a:schemeClr val="accent4">
                  <a:alpha val="0"/>
                </a:schemeClr>
              </a:gs>
              <a:gs pos="99000">
                <a:schemeClr val="accent6">
                  <a:alpha val="59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16960-4DBB-2180-6E50-991B63B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322729"/>
            <a:ext cx="6717553" cy="992096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spc="750">
                <a:solidFill>
                  <a:schemeClr val="bg1"/>
                </a:solidFill>
              </a:rPr>
              <a:t>Regression Analysis: Simultaneous Equations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736E128C-0408-EAB7-C83B-FA9EE4769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2571" r="1764" b="4596"/>
          <a:stretch/>
        </p:blipFill>
        <p:spPr>
          <a:xfrm>
            <a:off x="64102" y="2207239"/>
            <a:ext cx="5971004" cy="3929949"/>
          </a:xfrm>
          <a:prstGeom prst="rect">
            <a:avLst/>
          </a:prstGeom>
        </p:spPr>
      </p:pic>
      <p:pic>
        <p:nvPicPr>
          <p:cNvPr id="5" name="Content Placeholder 4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18EA0269-B9D7-3A8D-2B0D-32F159807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 t="2571" r="1633" b="4596"/>
          <a:stretch/>
        </p:blipFill>
        <p:spPr>
          <a:xfrm>
            <a:off x="6156896" y="2207240"/>
            <a:ext cx="5971003" cy="392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C47E72-4264-92AA-314B-44A5C5F04126}"/>
              </a:ext>
            </a:extLst>
          </p:cNvPr>
          <p:cNvSpPr txBox="1"/>
          <p:nvPr/>
        </p:nvSpPr>
        <p:spPr>
          <a:xfrm>
            <a:off x="3290250" y="1868258"/>
            <a:ext cx="1001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Bangkok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9891A-B856-E8B9-2FDF-A44C6499165C}"/>
              </a:ext>
            </a:extLst>
          </p:cNvPr>
          <p:cNvSpPr txBox="1"/>
          <p:nvPr/>
        </p:nvSpPr>
        <p:spPr>
          <a:xfrm>
            <a:off x="9142397" y="1869215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San Francisco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A439D8-468A-7002-705E-758752EBA6BB}"/>
              </a:ext>
            </a:extLst>
          </p:cNvPr>
          <p:cNvSpPr/>
          <p:nvPr/>
        </p:nvSpPr>
        <p:spPr>
          <a:xfrm>
            <a:off x="121792" y="2762451"/>
            <a:ext cx="5971004" cy="385010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9F2056-1CC3-B880-7366-10FC4A199FB6}"/>
              </a:ext>
            </a:extLst>
          </p:cNvPr>
          <p:cNvSpPr/>
          <p:nvPr/>
        </p:nvSpPr>
        <p:spPr>
          <a:xfrm>
            <a:off x="6189728" y="2752826"/>
            <a:ext cx="5943775" cy="338554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21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EAEA9B-2E1C-4FAD-8BCE-BCDAA88A0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DDDDE9-F719-466E-8023-442157AD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5839"/>
            <a:ext cx="12203210" cy="1594273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F77F6-77CF-46C0-AC00-152962613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9" y="-15839"/>
            <a:ext cx="8126510" cy="1594273"/>
          </a:xfrm>
          <a:prstGeom prst="rect">
            <a:avLst/>
          </a:prstGeom>
          <a:gradFill>
            <a:gsLst>
              <a:gs pos="0">
                <a:schemeClr val="accent5">
                  <a:alpha val="17000"/>
                </a:schemeClr>
              </a:gs>
              <a:gs pos="99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D6D53-7DE2-4564-9C40-9B261437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5440" y="-3031424"/>
            <a:ext cx="1594275" cy="7625444"/>
          </a:xfrm>
          <a:prstGeom prst="rect">
            <a:avLst/>
          </a:prstGeom>
          <a:gradFill>
            <a:gsLst>
              <a:gs pos="23000">
                <a:schemeClr val="accent4">
                  <a:alpha val="0"/>
                </a:schemeClr>
              </a:gs>
              <a:gs pos="99000">
                <a:schemeClr val="accent6">
                  <a:alpha val="59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16960-4DBB-2180-6E50-991B63B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322729"/>
            <a:ext cx="6717553" cy="992096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spc="750">
                <a:solidFill>
                  <a:schemeClr val="bg1"/>
                </a:solidFill>
              </a:rPr>
              <a:t>Regression Analysis: Simultaneous Equations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736E128C-0408-EAB7-C83B-FA9EE4769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2571" r="1764" b="4596"/>
          <a:stretch/>
        </p:blipFill>
        <p:spPr>
          <a:xfrm>
            <a:off x="64102" y="2207239"/>
            <a:ext cx="5971004" cy="3929949"/>
          </a:xfrm>
          <a:prstGeom prst="rect">
            <a:avLst/>
          </a:prstGeom>
        </p:spPr>
      </p:pic>
      <p:pic>
        <p:nvPicPr>
          <p:cNvPr id="5" name="Content Placeholder 4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18EA0269-B9D7-3A8D-2B0D-32F159807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 t="2571" r="1633" b="4596"/>
          <a:stretch/>
        </p:blipFill>
        <p:spPr>
          <a:xfrm>
            <a:off x="6156896" y="2207240"/>
            <a:ext cx="5971003" cy="392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C47E72-4264-92AA-314B-44A5C5F04126}"/>
              </a:ext>
            </a:extLst>
          </p:cNvPr>
          <p:cNvSpPr txBox="1"/>
          <p:nvPr/>
        </p:nvSpPr>
        <p:spPr>
          <a:xfrm>
            <a:off x="3290250" y="1868258"/>
            <a:ext cx="1001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Bangkok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9891A-B856-E8B9-2FDF-A44C6499165C}"/>
              </a:ext>
            </a:extLst>
          </p:cNvPr>
          <p:cNvSpPr txBox="1"/>
          <p:nvPr/>
        </p:nvSpPr>
        <p:spPr>
          <a:xfrm>
            <a:off x="9142397" y="1869215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San Francisco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9F64D9-F406-5A33-4064-BDE1AB79B48C}"/>
              </a:ext>
            </a:extLst>
          </p:cNvPr>
          <p:cNvSpPr/>
          <p:nvPr/>
        </p:nvSpPr>
        <p:spPr>
          <a:xfrm>
            <a:off x="153841" y="3147011"/>
            <a:ext cx="5971004" cy="208481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F3D85D-D555-CDB4-BB09-E67A430C242E}"/>
              </a:ext>
            </a:extLst>
          </p:cNvPr>
          <p:cNvSpPr/>
          <p:nvPr/>
        </p:nvSpPr>
        <p:spPr>
          <a:xfrm>
            <a:off x="6188946" y="3071053"/>
            <a:ext cx="5971004" cy="208481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36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EAEA9B-2E1C-4FAD-8BCE-BCDAA88A0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DDDDE9-F719-466E-8023-442157AD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5839"/>
            <a:ext cx="12203210" cy="1594273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F77F6-77CF-46C0-AC00-152962613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9" y="-15839"/>
            <a:ext cx="8126510" cy="1594273"/>
          </a:xfrm>
          <a:prstGeom prst="rect">
            <a:avLst/>
          </a:prstGeom>
          <a:gradFill>
            <a:gsLst>
              <a:gs pos="0">
                <a:schemeClr val="accent5">
                  <a:alpha val="17000"/>
                </a:schemeClr>
              </a:gs>
              <a:gs pos="99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D6D53-7DE2-4564-9C40-9B261437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5440" y="-3031424"/>
            <a:ext cx="1594275" cy="7625444"/>
          </a:xfrm>
          <a:prstGeom prst="rect">
            <a:avLst/>
          </a:prstGeom>
          <a:gradFill>
            <a:gsLst>
              <a:gs pos="23000">
                <a:schemeClr val="accent4">
                  <a:alpha val="0"/>
                </a:schemeClr>
              </a:gs>
              <a:gs pos="99000">
                <a:schemeClr val="accent6">
                  <a:alpha val="59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16960-4DBB-2180-6E50-991B63B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322729"/>
            <a:ext cx="6717553" cy="992096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spc="750">
                <a:solidFill>
                  <a:schemeClr val="bg1"/>
                </a:solidFill>
              </a:rPr>
              <a:t>Regression Analysis: Simultaneous Equations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736E128C-0408-EAB7-C83B-FA9EE4769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2571" r="1764" b="4596"/>
          <a:stretch/>
        </p:blipFill>
        <p:spPr>
          <a:xfrm>
            <a:off x="64102" y="2207239"/>
            <a:ext cx="5971004" cy="3929949"/>
          </a:xfrm>
          <a:prstGeom prst="rect">
            <a:avLst/>
          </a:prstGeom>
        </p:spPr>
      </p:pic>
      <p:pic>
        <p:nvPicPr>
          <p:cNvPr id="5" name="Content Placeholder 4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18EA0269-B9D7-3A8D-2B0D-32F159807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 t="2571" r="1633" b="4596"/>
          <a:stretch/>
        </p:blipFill>
        <p:spPr>
          <a:xfrm>
            <a:off x="6156896" y="2207240"/>
            <a:ext cx="5971003" cy="392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C47E72-4264-92AA-314B-44A5C5F04126}"/>
              </a:ext>
            </a:extLst>
          </p:cNvPr>
          <p:cNvSpPr txBox="1"/>
          <p:nvPr/>
        </p:nvSpPr>
        <p:spPr>
          <a:xfrm>
            <a:off x="3290250" y="1868258"/>
            <a:ext cx="1001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Bangkok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9891A-B856-E8B9-2FDF-A44C6499165C}"/>
              </a:ext>
            </a:extLst>
          </p:cNvPr>
          <p:cNvSpPr txBox="1"/>
          <p:nvPr/>
        </p:nvSpPr>
        <p:spPr>
          <a:xfrm>
            <a:off x="9142397" y="1869215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San Francisco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9F64D9-F406-5A33-4064-BDE1AB79B48C}"/>
              </a:ext>
            </a:extLst>
          </p:cNvPr>
          <p:cNvSpPr/>
          <p:nvPr/>
        </p:nvSpPr>
        <p:spPr>
          <a:xfrm>
            <a:off x="64102" y="3895001"/>
            <a:ext cx="5971004" cy="417117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F3D85D-D555-CDB4-BB09-E67A430C242E}"/>
              </a:ext>
            </a:extLst>
          </p:cNvPr>
          <p:cNvSpPr/>
          <p:nvPr/>
        </p:nvSpPr>
        <p:spPr>
          <a:xfrm>
            <a:off x="6156896" y="3725724"/>
            <a:ext cx="5971004" cy="338554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57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EAEA9B-2E1C-4FAD-8BCE-BCDAA88A0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DDDDE9-F719-466E-8023-442157AD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5839"/>
            <a:ext cx="12203210" cy="1594273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F77F6-77CF-46C0-AC00-152962613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9" y="-15839"/>
            <a:ext cx="8126510" cy="1594273"/>
          </a:xfrm>
          <a:prstGeom prst="rect">
            <a:avLst/>
          </a:prstGeom>
          <a:gradFill>
            <a:gsLst>
              <a:gs pos="0">
                <a:schemeClr val="accent5">
                  <a:alpha val="17000"/>
                </a:schemeClr>
              </a:gs>
              <a:gs pos="99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D6D53-7DE2-4564-9C40-9B261437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5440" y="-3031424"/>
            <a:ext cx="1594275" cy="7625444"/>
          </a:xfrm>
          <a:prstGeom prst="rect">
            <a:avLst/>
          </a:prstGeom>
          <a:gradFill>
            <a:gsLst>
              <a:gs pos="23000">
                <a:schemeClr val="accent4">
                  <a:alpha val="0"/>
                </a:schemeClr>
              </a:gs>
              <a:gs pos="99000">
                <a:schemeClr val="accent6">
                  <a:alpha val="59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16960-4DBB-2180-6E50-991B63B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322729"/>
            <a:ext cx="6717553" cy="992096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spc="750">
                <a:solidFill>
                  <a:schemeClr val="bg1"/>
                </a:solidFill>
              </a:rPr>
              <a:t>Regression Analysis: Simultaneous Equations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736E128C-0408-EAB7-C83B-FA9EE4769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2571" r="1764" b="4596"/>
          <a:stretch/>
        </p:blipFill>
        <p:spPr>
          <a:xfrm>
            <a:off x="64102" y="2207239"/>
            <a:ext cx="5971004" cy="3929949"/>
          </a:xfrm>
          <a:prstGeom prst="rect">
            <a:avLst/>
          </a:prstGeom>
        </p:spPr>
      </p:pic>
      <p:pic>
        <p:nvPicPr>
          <p:cNvPr id="5" name="Content Placeholder 4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18EA0269-B9D7-3A8D-2B0D-32F159807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 t="2571" r="1633" b="4596"/>
          <a:stretch/>
        </p:blipFill>
        <p:spPr>
          <a:xfrm>
            <a:off x="6156896" y="2207240"/>
            <a:ext cx="5971003" cy="392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C47E72-4264-92AA-314B-44A5C5F04126}"/>
              </a:ext>
            </a:extLst>
          </p:cNvPr>
          <p:cNvSpPr txBox="1"/>
          <p:nvPr/>
        </p:nvSpPr>
        <p:spPr>
          <a:xfrm>
            <a:off x="3290250" y="1868258"/>
            <a:ext cx="1001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Bangkok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9891A-B856-E8B9-2FDF-A44C6499165C}"/>
              </a:ext>
            </a:extLst>
          </p:cNvPr>
          <p:cNvSpPr txBox="1"/>
          <p:nvPr/>
        </p:nvSpPr>
        <p:spPr>
          <a:xfrm>
            <a:off x="9142397" y="1869215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San Francisco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9F64D9-F406-5A33-4064-BDE1AB79B48C}"/>
              </a:ext>
            </a:extLst>
          </p:cNvPr>
          <p:cNvSpPr/>
          <p:nvPr/>
        </p:nvSpPr>
        <p:spPr>
          <a:xfrm>
            <a:off x="64102" y="4249216"/>
            <a:ext cx="5971004" cy="216906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F3D85D-D555-CDB4-BB09-E67A430C242E}"/>
              </a:ext>
            </a:extLst>
          </p:cNvPr>
          <p:cNvSpPr/>
          <p:nvPr/>
        </p:nvSpPr>
        <p:spPr>
          <a:xfrm>
            <a:off x="6156896" y="4061861"/>
            <a:ext cx="5971003" cy="187355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27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EAEA9B-2E1C-4FAD-8BCE-BCDAA88A0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DDDDE9-F719-466E-8023-442157AD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5839"/>
            <a:ext cx="12203210" cy="1594273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F77F6-77CF-46C0-AC00-152962613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09" y="-15839"/>
            <a:ext cx="8126510" cy="1594273"/>
          </a:xfrm>
          <a:prstGeom prst="rect">
            <a:avLst/>
          </a:prstGeom>
          <a:gradFill>
            <a:gsLst>
              <a:gs pos="0">
                <a:schemeClr val="accent5">
                  <a:alpha val="17000"/>
                </a:schemeClr>
              </a:gs>
              <a:gs pos="99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D6D53-7DE2-4564-9C40-9B261437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5440" y="-3031424"/>
            <a:ext cx="1594275" cy="7625444"/>
          </a:xfrm>
          <a:prstGeom prst="rect">
            <a:avLst/>
          </a:prstGeom>
          <a:gradFill>
            <a:gsLst>
              <a:gs pos="23000">
                <a:schemeClr val="accent4">
                  <a:alpha val="0"/>
                </a:schemeClr>
              </a:gs>
              <a:gs pos="99000">
                <a:schemeClr val="accent6">
                  <a:alpha val="59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16960-4DBB-2180-6E50-991B63B5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694" y="322729"/>
            <a:ext cx="6717553" cy="992096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spc="750">
                <a:solidFill>
                  <a:schemeClr val="bg1"/>
                </a:solidFill>
              </a:rPr>
              <a:t>Regression Analysis: Simultaneous Equations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736E128C-0408-EAB7-C83B-FA9EE4769A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7" t="2571" r="1764" b="4596"/>
          <a:stretch/>
        </p:blipFill>
        <p:spPr>
          <a:xfrm>
            <a:off x="64102" y="2207239"/>
            <a:ext cx="5971004" cy="3929949"/>
          </a:xfrm>
          <a:prstGeom prst="rect">
            <a:avLst/>
          </a:prstGeom>
        </p:spPr>
      </p:pic>
      <p:pic>
        <p:nvPicPr>
          <p:cNvPr id="5" name="Content Placeholder 4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18EA0269-B9D7-3A8D-2B0D-32F159807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 t="2571" r="1633" b="4596"/>
          <a:stretch/>
        </p:blipFill>
        <p:spPr>
          <a:xfrm>
            <a:off x="6156896" y="2207240"/>
            <a:ext cx="5971003" cy="39299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C47E72-4264-92AA-314B-44A5C5F04126}"/>
              </a:ext>
            </a:extLst>
          </p:cNvPr>
          <p:cNvSpPr txBox="1"/>
          <p:nvPr/>
        </p:nvSpPr>
        <p:spPr>
          <a:xfrm>
            <a:off x="3290250" y="1868258"/>
            <a:ext cx="1001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Bangkok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9891A-B856-E8B9-2FDF-A44C6499165C}"/>
              </a:ext>
            </a:extLst>
          </p:cNvPr>
          <p:cNvSpPr txBox="1"/>
          <p:nvPr/>
        </p:nvSpPr>
        <p:spPr>
          <a:xfrm>
            <a:off x="9142397" y="1869215"/>
            <a:ext cx="1457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</a:rPr>
              <a:t>San Francisco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9F64D9-F406-5A33-4064-BDE1AB79B48C}"/>
              </a:ext>
            </a:extLst>
          </p:cNvPr>
          <p:cNvSpPr/>
          <p:nvPr/>
        </p:nvSpPr>
        <p:spPr>
          <a:xfrm>
            <a:off x="52892" y="5375370"/>
            <a:ext cx="5918111" cy="236157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F3D85D-D555-CDB4-BB09-E67A430C242E}"/>
              </a:ext>
            </a:extLst>
          </p:cNvPr>
          <p:cNvSpPr/>
          <p:nvPr/>
        </p:nvSpPr>
        <p:spPr>
          <a:xfrm>
            <a:off x="6156896" y="5236144"/>
            <a:ext cx="5971003" cy="211756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77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F5149-BED1-585C-934A-543BD98F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8"/>
            <a:ext cx="3236613" cy="3162483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2500" spc="75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DBA86-8C5F-ED03-37DB-FC75C79DE460}"/>
              </a:ext>
            </a:extLst>
          </p:cNvPr>
          <p:cNvSpPr txBox="1"/>
          <p:nvPr/>
        </p:nvSpPr>
        <p:spPr>
          <a:xfrm>
            <a:off x="4512078" y="1095027"/>
            <a:ext cx="7315200" cy="46679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Reviews are often positive in both places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Guests mention similar aspects of an Airbnb property in their reviews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Whether the place is clean, have good hosts, good locations, etc.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How you describe &amp; advertise about yourself &amp; property matter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More positive bios &amp; descriptions </a:t>
            </a:r>
            <a:r>
              <a:rPr lang="en-US" sz="1600" dirty="0">
                <a:sym typeface="Wingdings" panose="05000000000000000000" pitchFamily="2" charset="2"/>
              </a:rPr>
              <a:t> impact customer feedback.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Being a good host is important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most powerful predictor of the review score &amp; sentiment the most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Some </a:t>
            </a:r>
            <a:r>
              <a:rPr lang="en-US" sz="1600" b="1" dirty="0"/>
              <a:t>inherent differences</a:t>
            </a:r>
            <a:r>
              <a:rPr lang="en-US" sz="1600" dirty="0"/>
              <a:t> between cities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Opposite sides of the Earth, different rules, cultures, economies.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BK neighborhoods are mostly distinguished by their amenities &amp; features.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SF neighborhoods seem have more distinct characteristics.</a:t>
            </a:r>
          </a:p>
          <a:p>
            <a:pPr marL="1200150" lvl="2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Beach-nature districts, night/bar districts, Hotel/downtown</a:t>
            </a:r>
          </a:p>
        </p:txBody>
      </p:sp>
    </p:spTree>
    <p:extLst>
      <p:ext uri="{BB962C8B-B14F-4D97-AF65-F5344CB8AC3E}">
        <p14:creationId xmlns:p14="http://schemas.microsoft.com/office/powerpoint/2010/main" val="426717671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1311</Words>
  <Application>Microsoft Office PowerPoint</Application>
  <PresentationFormat>Widescreen</PresentationFormat>
  <Paragraphs>229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Avenir Next LT Pro</vt:lpstr>
      <vt:lpstr>Cambria Math</vt:lpstr>
      <vt:lpstr>Wingdings</vt:lpstr>
      <vt:lpstr>GradientRiseVTI</vt:lpstr>
      <vt:lpstr>Keeping Your Renters Happy: An Analysis of Airbnb Ratings &amp; Reviews</vt:lpstr>
      <vt:lpstr>Questions of interest</vt:lpstr>
      <vt:lpstr>Data Description</vt:lpstr>
      <vt:lpstr>Sentiment Trends</vt:lpstr>
      <vt:lpstr>Common Topics: Word Clouds</vt:lpstr>
      <vt:lpstr>Common topics in reviews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Topics by Neighborhood: Text Network</vt:lpstr>
      <vt:lpstr>Common topics in negative reviews</vt:lpstr>
      <vt:lpstr>Most Negative Topics: Text Network</vt:lpstr>
      <vt:lpstr>Most Negative Topics: Text Network</vt:lpstr>
      <vt:lpstr>Regression Analysis</vt:lpstr>
      <vt:lpstr>Regression Analysis: Simultaneous Equations Models</vt:lpstr>
      <vt:lpstr>Regression Analysis: Simultaneous Equations</vt:lpstr>
      <vt:lpstr>Regression Analysis: Simultaneous Equations</vt:lpstr>
      <vt:lpstr>Regression Analysis: Simultaneous Equations</vt:lpstr>
      <vt:lpstr>Regression Analysis: Simultaneous Equations</vt:lpstr>
      <vt:lpstr>Regression Analysis: Simultaneous Equations</vt:lpstr>
      <vt:lpstr>Regression Analysis: Simultaneous Equations</vt:lpstr>
      <vt:lpstr>Regression Analysis: Simultaneous Equations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Keeping Your Renters Happy: An Analysis of Airbnb Ratings &amp; Reviews</dc:title>
  <dc:creator>Tu Ngo</dc:creator>
  <cp:lastModifiedBy>Ngo, Eric D A</cp:lastModifiedBy>
  <cp:revision>7</cp:revision>
  <dcterms:created xsi:type="dcterms:W3CDTF">2024-04-24T16:46:10Z</dcterms:created>
  <dcterms:modified xsi:type="dcterms:W3CDTF">2025-06-16T13:17:17Z</dcterms:modified>
</cp:coreProperties>
</file>